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mp4" ContentType="video/unknown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GB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1119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31021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94332698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67924048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0672332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574897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8296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8010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30406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473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5569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20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27BCCA-E3C1-71C5-A1C4-F1D7DC88B2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655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627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26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DE2519-8783-F70E-DBF3-90755C6188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753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967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208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EEE8B3-0BC5-DC03-DC50-8CA081818A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207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7983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9134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7D7169-83B7-DAEE-901A-77095F0093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308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812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985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B8F3E2-2A67-75D2-2551-2209C55397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791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0576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902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DC2718-6669-54C0-C8B0-55FEC39764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448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0770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55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5720C5-B90A-ECEC-25B2-C2B5980F4F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963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8932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023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0DD1E-0269-5C0A-5B9C-789A512B00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14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131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746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A8E283-2BF5-EAC5-AEEA-D20448F4A1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78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724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88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2F8A38-3197-84E2-41F8-800D35B746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361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8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165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1277E-B386-2D1C-07DD-B512FE8546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1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177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599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3616E4-51A7-3293-9D8F-E65667A5F1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1078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82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631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D38BC4-C35B-5B13-4107-52AA3E575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0416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68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10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DCAD6-CC46-D072-C7F3-848636E3B3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724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84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932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B5CBB-72E1-AB4D-9C81-07AC917798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141711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1070367" y="3140967"/>
            <a:ext cx="9994346" cy="115212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09805416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2043473" y="4437111"/>
            <a:ext cx="8081653" cy="1008111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83148552" name="Date Placeholder 1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00341018" name="Footer Placeholder 1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642819" name="Slide Number Placehold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grpSp>
        <p:nvGrpSpPr>
          <p:cNvPr id="1491294977" name="Group 312"/>
          <p:cNvGrpSpPr/>
          <p:nvPr userDrawn="1"/>
        </p:nvGrpSpPr>
        <p:grpSpPr bwMode="auto">
          <a:xfrm>
            <a:off x="-22006" y="-7442"/>
            <a:ext cx="12214008" cy="1742779"/>
            <a:chOff x="5534481" y="2204917"/>
            <a:chExt cx="5756459" cy="1155514"/>
          </a:xfrm>
        </p:grpSpPr>
        <p:grpSp>
          <p:nvGrpSpPr>
            <p:cNvPr id="383" name="Group 382"/>
            <p:cNvGrpSpPr/>
            <p:nvPr userDrawn="1"/>
          </p:nvGrpSpPr>
          <p:grpSpPr bwMode="auto">
            <a:xfrm>
              <a:off x="10137289" y="2208431"/>
              <a:ext cx="1153652" cy="1152000"/>
              <a:chOff x="8985289" y="2208431"/>
              <a:chExt cx="1153652" cy="1152000"/>
            </a:xfrm>
          </p:grpSpPr>
          <p:sp>
            <p:nvSpPr>
              <p:cNvPr id="432" name="Rectangle 43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33" name="Group 432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434" name="Rectangle 433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5" name="Rectangle 434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436" name="Rectangle 435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7" name="Rectangle 43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38" name="Rectangle 43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39" name="Rectangle 43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40" name="Rectangle 43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41" name="Rectangle 44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42" name="Rectangle 44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4" name="Group 383"/>
            <p:cNvGrpSpPr/>
            <p:nvPr userDrawn="1"/>
          </p:nvGrpSpPr>
          <p:grpSpPr bwMode="auto">
            <a:xfrm>
              <a:off x="8985885" y="2204917"/>
              <a:ext cx="1153056" cy="1152000"/>
              <a:chOff x="8985885" y="2208431"/>
              <a:chExt cx="1153056" cy="1152000"/>
            </a:xfrm>
          </p:grpSpPr>
          <p:sp>
            <p:nvSpPr>
              <p:cNvPr id="421" name="Rectangle 420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22" name="Group 421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23" name="Rectangle 422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24" name="Rectangle 423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425" name="Rectangle 424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26" name="Rectangle 425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27" name="Rectangle 426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28" name="Rectangle 427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9" name="Rectangle 428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30" name="Rectangle 429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31" name="Rectangle 430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5" name="Group 384"/>
            <p:cNvGrpSpPr/>
            <p:nvPr userDrawn="1"/>
          </p:nvGrpSpPr>
          <p:grpSpPr bwMode="auto">
            <a:xfrm>
              <a:off x="7832827" y="2208431"/>
              <a:ext cx="1156531" cy="1152000"/>
              <a:chOff x="8985885" y="2208431"/>
              <a:chExt cx="1156531" cy="1152000"/>
            </a:xfrm>
          </p:grpSpPr>
          <p:sp>
            <p:nvSpPr>
              <p:cNvPr id="410" name="Rectangle 40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11" name="Group 410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412" name="Rectangle 411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13" name="Rectangle 412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414" name="Rectangle 413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15" name="Rectangle 41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416" name="Rectangle 41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7" name="Rectangle 41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18" name="Rectangle 41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9" name="Rectangle 41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0" name="Rectangle 419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6" name="Group 385"/>
            <p:cNvGrpSpPr/>
            <p:nvPr userDrawn="1"/>
          </p:nvGrpSpPr>
          <p:grpSpPr bwMode="auto">
            <a:xfrm>
              <a:off x="6683297" y="2204917"/>
              <a:ext cx="1153056" cy="1152000"/>
              <a:chOff x="8985885" y="2208431"/>
              <a:chExt cx="1153056" cy="1152000"/>
            </a:xfrm>
          </p:grpSpPr>
          <p:sp>
            <p:nvSpPr>
              <p:cNvPr id="399" name="Rectangle 39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400" name="Group 39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01" name="Rectangle 40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02" name="Rectangle 40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403" name="Rectangle 40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404" name="Rectangle 40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405" name="Rectangle 40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06" name="Rectangle 40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07" name="Rectangle 40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408" name="Rectangle 40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409" name="Rectangle 40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7" name="Group 386"/>
            <p:cNvGrpSpPr/>
            <p:nvPr userDrawn="1"/>
          </p:nvGrpSpPr>
          <p:grpSpPr bwMode="auto">
            <a:xfrm>
              <a:off x="5534481" y="2204917"/>
              <a:ext cx="1153056" cy="1152000"/>
              <a:chOff x="8985885" y="2208431"/>
              <a:chExt cx="1153056" cy="1152000"/>
            </a:xfrm>
          </p:grpSpPr>
          <p:sp>
            <p:nvSpPr>
              <p:cNvPr id="388" name="Rectangle 38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389" name="Group 38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390" name="Rectangle 38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391" name="Rectangle 39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392" name="Rectangle 39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393" name="Rectangle 39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394" name="Rectangle 39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395" name="Rectangle 39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8"/>
                  </a:schemeClr>
                </a:solidFill>
                <a:ln>
                  <a:noFill/>
                </a:ln>
              </p:spPr>
            </p:sp>
            <p:sp>
              <p:nvSpPr>
                <p:cNvPr id="396" name="Rectangle 39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397" name="Rectangle 39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98" name="Rectangle 39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</p:grpSp>
      <p:grpSp>
        <p:nvGrpSpPr>
          <p:cNvPr id="725258687" name="Group 4"/>
          <p:cNvGrpSpPr/>
          <p:nvPr userDrawn="1"/>
        </p:nvGrpSpPr>
        <p:grpSpPr bwMode="auto">
          <a:xfrm>
            <a:off x="1" y="6597351"/>
            <a:ext cx="12191998" cy="290795"/>
            <a:chOff x="-22006" y="8796469"/>
            <a:chExt cx="6520455" cy="387727"/>
          </a:xfrm>
        </p:grpSpPr>
        <p:sp>
          <p:nvSpPr>
            <p:cNvPr id="464" name="Rectangle 463"/>
            <p:cNvSpPr/>
            <p:nvPr userDrawn="1"/>
          </p:nvSpPr>
          <p:spPr bwMode="auto">
            <a:xfrm>
              <a:off x="5345391" y="8799984"/>
              <a:ext cx="1152000" cy="3804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5" name="Rectangle 464"/>
            <p:cNvSpPr/>
            <p:nvPr userDrawn="1"/>
          </p:nvSpPr>
          <p:spPr bwMode="auto">
            <a:xfrm>
              <a:off x="5349327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2000"/>
              </a:schemeClr>
            </a:solidFill>
            <a:ln>
              <a:noFill/>
            </a:ln>
          </p:spPr>
        </p:sp>
        <p:sp>
          <p:nvSpPr>
            <p:cNvPr id="466" name="Rectangle 465"/>
            <p:cNvSpPr/>
            <p:nvPr userDrawn="1"/>
          </p:nvSpPr>
          <p:spPr bwMode="auto">
            <a:xfrm>
              <a:off x="5731505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67" name="Rectangle 466"/>
            <p:cNvSpPr/>
            <p:nvPr userDrawn="1"/>
          </p:nvSpPr>
          <p:spPr bwMode="auto">
            <a:xfrm>
              <a:off x="6114449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68" name="Rectangle 467"/>
            <p:cNvSpPr/>
            <p:nvPr userDrawn="1"/>
          </p:nvSpPr>
          <p:spPr bwMode="auto">
            <a:xfrm>
              <a:off x="4193391" y="8796469"/>
              <a:ext cx="1152000" cy="3804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9" name="Rectangle 468"/>
            <p:cNvSpPr/>
            <p:nvPr userDrawn="1"/>
          </p:nvSpPr>
          <p:spPr bwMode="auto">
            <a:xfrm>
              <a:off x="4197327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2000"/>
              </a:schemeClr>
            </a:solidFill>
            <a:ln>
              <a:noFill/>
            </a:ln>
          </p:spPr>
        </p:sp>
        <p:sp>
          <p:nvSpPr>
            <p:cNvPr id="470" name="Rectangle 469"/>
            <p:cNvSpPr/>
            <p:nvPr userDrawn="1"/>
          </p:nvSpPr>
          <p:spPr bwMode="auto">
            <a:xfrm>
              <a:off x="4579506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0"/>
              </a:schemeClr>
            </a:solidFill>
            <a:ln>
              <a:noFill/>
            </a:ln>
          </p:spPr>
        </p:sp>
        <p:sp>
          <p:nvSpPr>
            <p:cNvPr id="471" name="Rectangle 470"/>
            <p:cNvSpPr/>
            <p:nvPr userDrawn="1"/>
          </p:nvSpPr>
          <p:spPr bwMode="auto">
            <a:xfrm>
              <a:off x="4962449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</p:sp>
        <p:sp>
          <p:nvSpPr>
            <p:cNvPr id="472" name="Rectangle 471"/>
            <p:cNvSpPr/>
            <p:nvPr userDrawn="1"/>
          </p:nvSpPr>
          <p:spPr bwMode="auto">
            <a:xfrm>
              <a:off x="3040334" y="8799984"/>
              <a:ext cx="1152000" cy="3804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3" name="Rectangle 472"/>
            <p:cNvSpPr/>
            <p:nvPr userDrawn="1"/>
          </p:nvSpPr>
          <p:spPr bwMode="auto">
            <a:xfrm>
              <a:off x="3044270" y="8799984"/>
              <a:ext cx="383999" cy="383999"/>
            </a:xfrm>
            <a:prstGeom prst="rect">
              <a:avLst/>
            </a:prstGeom>
            <a:solidFill>
              <a:schemeClr val="accent2">
                <a:lumMod val="75000"/>
                <a:alpha val="46000"/>
              </a:schemeClr>
            </a:solidFill>
            <a:ln>
              <a:noFill/>
            </a:ln>
          </p:spPr>
        </p:sp>
        <p:sp>
          <p:nvSpPr>
            <p:cNvPr id="474" name="Rectangle 473"/>
            <p:cNvSpPr/>
            <p:nvPr userDrawn="1"/>
          </p:nvSpPr>
          <p:spPr bwMode="auto">
            <a:xfrm>
              <a:off x="3426449" y="8799984"/>
              <a:ext cx="383999" cy="383999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noFill/>
            </a:ln>
          </p:spPr>
        </p:sp>
        <p:sp>
          <p:nvSpPr>
            <p:cNvPr id="475" name="Rectangle 474"/>
            <p:cNvSpPr/>
            <p:nvPr userDrawn="1"/>
          </p:nvSpPr>
          <p:spPr bwMode="auto">
            <a:xfrm>
              <a:off x="3809391" y="8799984"/>
              <a:ext cx="383999" cy="38399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  <a:ln>
              <a:noFill/>
            </a:ln>
          </p:spPr>
        </p:sp>
        <p:sp>
          <p:nvSpPr>
            <p:cNvPr id="476" name="Rectangle 475"/>
            <p:cNvSpPr/>
            <p:nvPr userDrawn="1"/>
          </p:nvSpPr>
          <p:spPr bwMode="auto">
            <a:xfrm>
              <a:off x="1890803" y="8796469"/>
              <a:ext cx="1152000" cy="3804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77" name="Rectangle 476"/>
            <p:cNvSpPr/>
            <p:nvPr userDrawn="1"/>
          </p:nvSpPr>
          <p:spPr bwMode="auto">
            <a:xfrm>
              <a:off x="1894739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</p:sp>
        <p:sp>
          <p:nvSpPr>
            <p:cNvPr id="478" name="Rectangle 477"/>
            <p:cNvSpPr/>
            <p:nvPr userDrawn="1"/>
          </p:nvSpPr>
          <p:spPr bwMode="auto">
            <a:xfrm>
              <a:off x="2276918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79" name="Rectangle 478"/>
            <p:cNvSpPr/>
            <p:nvPr userDrawn="1"/>
          </p:nvSpPr>
          <p:spPr bwMode="auto">
            <a:xfrm>
              <a:off x="2659861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80" name="Rectangle 479"/>
            <p:cNvSpPr/>
            <p:nvPr userDrawn="1"/>
          </p:nvSpPr>
          <p:spPr bwMode="auto">
            <a:xfrm>
              <a:off x="741989" y="8796469"/>
              <a:ext cx="1152000" cy="3839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1" name="Rectangle 480"/>
            <p:cNvSpPr/>
            <p:nvPr userDrawn="1"/>
          </p:nvSpPr>
          <p:spPr bwMode="auto">
            <a:xfrm>
              <a:off x="745925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999"/>
              </a:schemeClr>
            </a:solidFill>
            <a:ln>
              <a:noFill/>
            </a:ln>
          </p:spPr>
        </p:sp>
        <p:sp>
          <p:nvSpPr>
            <p:cNvPr id="482" name="Rectangle 481"/>
            <p:cNvSpPr/>
            <p:nvPr userDrawn="1"/>
          </p:nvSpPr>
          <p:spPr bwMode="auto">
            <a:xfrm>
              <a:off x="1128103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3000"/>
              </a:schemeClr>
            </a:solidFill>
            <a:ln>
              <a:noFill/>
            </a:ln>
          </p:spPr>
        </p:sp>
        <p:sp>
          <p:nvSpPr>
            <p:cNvPr id="483" name="Rectangle 482"/>
            <p:cNvSpPr/>
            <p:nvPr userDrawn="1"/>
          </p:nvSpPr>
          <p:spPr bwMode="auto">
            <a:xfrm>
              <a:off x="1511046" y="8796469"/>
              <a:ext cx="383999" cy="38399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6998"/>
              </a:schemeClr>
            </a:solidFill>
            <a:ln>
              <a:noFill/>
            </a:ln>
          </p:spPr>
        </p:sp>
        <p:sp>
          <p:nvSpPr>
            <p:cNvPr id="484" name="Rectangle 483"/>
            <p:cNvSpPr/>
            <p:nvPr userDrawn="1"/>
          </p:nvSpPr>
          <p:spPr bwMode="auto">
            <a:xfrm>
              <a:off x="-22006" y="8800197"/>
              <a:ext cx="770417" cy="380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5" name="Rectangle 484"/>
            <p:cNvSpPr/>
            <p:nvPr userDrawn="1"/>
          </p:nvSpPr>
          <p:spPr bwMode="auto">
            <a:xfrm>
              <a:off x="-17473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86" name="Rectangle 485"/>
            <p:cNvSpPr/>
            <p:nvPr userDrawn="1"/>
          </p:nvSpPr>
          <p:spPr bwMode="auto">
            <a:xfrm>
              <a:off x="365469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0597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843885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95239472" name="Date Placeholder 14"/>
          <p:cNvSpPr>
            <a:spLocks noGrp="1"/>
          </p:cNvSpPr>
          <p:nvPr>
            <p:ph type="dt" sz="half" idx="10"/>
          </p:nvPr>
        </p:nvSpPr>
        <p:spPr bwMode="auto">
          <a:xfrm>
            <a:off x="607261" y="6109507"/>
            <a:ext cx="2844798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23312001" name="Footer Placeholder 15"/>
          <p:cNvSpPr>
            <a:spLocks noGrp="1"/>
          </p:cNvSpPr>
          <p:nvPr>
            <p:ph type="ftr" sz="quarter" idx="11"/>
          </p:nvPr>
        </p:nvSpPr>
        <p:spPr bwMode="auto">
          <a:xfrm>
            <a:off x="7758885" y="6132835"/>
            <a:ext cx="38607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070314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5" y="6132835"/>
            <a:ext cx="952634" cy="365125"/>
          </a:xfrm>
        </p:spPr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816378" name="Title 1"/>
          <p:cNvSpPr>
            <a:spLocks noGrp="1"/>
          </p:cNvSpPr>
          <p:nvPr>
            <p:ph type="title"/>
          </p:nvPr>
        </p:nvSpPr>
        <p:spPr bwMode="auto">
          <a:xfrm>
            <a:off x="623391" y="980729"/>
            <a:ext cx="10945215" cy="1002034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406988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391" y="2060847"/>
            <a:ext cx="10945215" cy="3960439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627415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59454902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40932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2062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4515566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82712117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755152783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771611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188182772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9201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4127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6249839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052538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313267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412775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3375066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8" y="2052538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21364322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880022042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224047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881109180" name="Title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177726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97538519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763607860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94593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248193" name="Date Placeholder 1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42102124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1155743" name="Slide Number Placeholder 2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316804" name="Content Placeholder 2"/>
          <p:cNvSpPr>
            <a:spLocks noGrp="1"/>
          </p:cNvSpPr>
          <p:nvPr>
            <p:ph idx="1"/>
          </p:nvPr>
        </p:nvSpPr>
        <p:spPr bwMode="auto">
          <a:xfrm>
            <a:off x="4847861" y="1196753"/>
            <a:ext cx="6816757" cy="482453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65995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3393" y="1196753"/>
            <a:ext cx="4011084" cy="48245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8758084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456408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4990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25378955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575662" name="Title 1"/>
          <p:cNvSpPr>
            <a:spLocks noGrp="1"/>
          </p:cNvSpPr>
          <p:nvPr>
            <p:ph type="title"/>
          </p:nvPr>
        </p:nvSpPr>
        <p:spPr bwMode="auto">
          <a:xfrm>
            <a:off x="2389717" y="4797151"/>
            <a:ext cx="7315200" cy="576063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00156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1196751"/>
            <a:ext cx="7315200" cy="352839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628683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445223"/>
            <a:ext cx="7315200" cy="5029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94512425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81829872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797999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5020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226993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43508896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711458986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814445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32868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980729"/>
            <a:ext cx="2743200" cy="5040559"/>
          </a:xfrm>
        </p:spPr>
        <p:txBody>
          <a:bodyPr vert="eaVert"/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1908902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980727"/>
            <a:ext cx="8026399" cy="5040561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65102019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335639753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316708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491815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1070367" y="3140967"/>
            <a:ext cx="9994346" cy="115212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52396509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2043473" y="4437111"/>
            <a:ext cx="8081653" cy="1008111"/>
          </a:xfr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745153610" name="Date Placeholder 1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632448502" name="Footer Placeholder 1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98618" name="Slide Number Placehold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grpSp>
        <p:nvGrpSpPr>
          <p:cNvPr id="1930091273" name="Group 312"/>
          <p:cNvGrpSpPr/>
          <p:nvPr userDrawn="1"/>
        </p:nvGrpSpPr>
        <p:grpSpPr bwMode="auto">
          <a:xfrm>
            <a:off x="-22006" y="-7442"/>
            <a:ext cx="12214008" cy="1742779"/>
            <a:chOff x="5534481" y="2204917"/>
            <a:chExt cx="5756459" cy="1155514"/>
          </a:xfrm>
        </p:grpSpPr>
        <p:grpSp>
          <p:nvGrpSpPr>
            <p:cNvPr id="383" name="Group 382"/>
            <p:cNvGrpSpPr/>
            <p:nvPr userDrawn="1"/>
          </p:nvGrpSpPr>
          <p:grpSpPr bwMode="auto">
            <a:xfrm>
              <a:off x="10137289" y="2208431"/>
              <a:ext cx="1153652" cy="1152000"/>
              <a:chOff x="8985289" y="2208431"/>
              <a:chExt cx="1153652" cy="1152000"/>
            </a:xfrm>
          </p:grpSpPr>
          <p:sp>
            <p:nvSpPr>
              <p:cNvPr id="432" name="Rectangle 43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33" name="Group 432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434" name="Rectangle 433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5" name="Rectangle 434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436" name="Rectangle 435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437" name="Rectangle 43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38" name="Rectangle 43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39" name="Rectangle 43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40" name="Rectangle 43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41" name="Rectangle 44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42" name="Rectangle 44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4" name="Group 383"/>
            <p:cNvGrpSpPr/>
            <p:nvPr userDrawn="1"/>
          </p:nvGrpSpPr>
          <p:grpSpPr bwMode="auto">
            <a:xfrm>
              <a:off x="8985885" y="2204917"/>
              <a:ext cx="1153056" cy="1152000"/>
              <a:chOff x="8985885" y="2208431"/>
              <a:chExt cx="1153056" cy="1152000"/>
            </a:xfrm>
          </p:grpSpPr>
          <p:sp>
            <p:nvSpPr>
              <p:cNvPr id="421" name="Rectangle 420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422" name="Group 421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23" name="Rectangle 422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24" name="Rectangle 423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425" name="Rectangle 424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26" name="Rectangle 425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427" name="Rectangle 426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28" name="Rectangle 427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9" name="Rectangle 428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30" name="Rectangle 429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431" name="Rectangle 430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5" name="Group 384"/>
            <p:cNvGrpSpPr/>
            <p:nvPr userDrawn="1"/>
          </p:nvGrpSpPr>
          <p:grpSpPr bwMode="auto">
            <a:xfrm>
              <a:off x="7832827" y="2208431"/>
              <a:ext cx="1156531" cy="1152000"/>
              <a:chOff x="8985885" y="2208431"/>
              <a:chExt cx="1156531" cy="1152000"/>
            </a:xfrm>
          </p:grpSpPr>
          <p:sp>
            <p:nvSpPr>
              <p:cNvPr id="410" name="Rectangle 40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411" name="Group 410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412" name="Rectangle 411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413" name="Rectangle 412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414" name="Rectangle 413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15" name="Rectangle 41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416" name="Rectangle 41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7" name="Rectangle 41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18" name="Rectangle 41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419" name="Rectangle 41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20" name="Rectangle 419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6" name="Group 385"/>
            <p:cNvGrpSpPr/>
            <p:nvPr userDrawn="1"/>
          </p:nvGrpSpPr>
          <p:grpSpPr bwMode="auto">
            <a:xfrm>
              <a:off x="6683297" y="2204917"/>
              <a:ext cx="1153056" cy="1152000"/>
              <a:chOff x="8985885" y="2208431"/>
              <a:chExt cx="1153056" cy="1152000"/>
            </a:xfrm>
          </p:grpSpPr>
          <p:sp>
            <p:nvSpPr>
              <p:cNvPr id="399" name="Rectangle 39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400" name="Group 39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401" name="Rectangle 40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402" name="Rectangle 40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403" name="Rectangle 40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404" name="Rectangle 40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405" name="Rectangle 40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406" name="Rectangle 40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407" name="Rectangle 40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408" name="Rectangle 40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409" name="Rectangle 40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387" name="Group 386"/>
            <p:cNvGrpSpPr/>
            <p:nvPr userDrawn="1"/>
          </p:nvGrpSpPr>
          <p:grpSpPr bwMode="auto">
            <a:xfrm>
              <a:off x="5534481" y="2204917"/>
              <a:ext cx="1153056" cy="1152000"/>
              <a:chOff x="8985885" y="2208431"/>
              <a:chExt cx="1153056" cy="1152000"/>
            </a:xfrm>
          </p:grpSpPr>
          <p:sp>
            <p:nvSpPr>
              <p:cNvPr id="388" name="Rectangle 38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389" name="Group 38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390" name="Rectangle 38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391" name="Rectangle 39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392" name="Rectangle 39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393" name="Rectangle 39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394" name="Rectangle 39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395" name="Rectangle 39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8"/>
                  </a:schemeClr>
                </a:solidFill>
                <a:ln>
                  <a:noFill/>
                </a:ln>
              </p:spPr>
            </p:sp>
            <p:sp>
              <p:nvSpPr>
                <p:cNvPr id="396" name="Rectangle 39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397" name="Rectangle 39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98" name="Rectangle 39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</p:grpSp>
      <p:grpSp>
        <p:nvGrpSpPr>
          <p:cNvPr id="1460042937" name="Group 4"/>
          <p:cNvGrpSpPr/>
          <p:nvPr userDrawn="1"/>
        </p:nvGrpSpPr>
        <p:grpSpPr bwMode="auto">
          <a:xfrm>
            <a:off x="1" y="6597351"/>
            <a:ext cx="12191998" cy="290795"/>
            <a:chOff x="-22006" y="8796469"/>
            <a:chExt cx="6520455" cy="387727"/>
          </a:xfrm>
        </p:grpSpPr>
        <p:sp>
          <p:nvSpPr>
            <p:cNvPr id="464" name="Rectangle 463"/>
            <p:cNvSpPr/>
            <p:nvPr userDrawn="1"/>
          </p:nvSpPr>
          <p:spPr bwMode="auto">
            <a:xfrm>
              <a:off x="5345391" y="8799984"/>
              <a:ext cx="1152000" cy="38048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5" name="Rectangle 464"/>
            <p:cNvSpPr/>
            <p:nvPr userDrawn="1"/>
          </p:nvSpPr>
          <p:spPr bwMode="auto">
            <a:xfrm>
              <a:off x="5349327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22000"/>
              </a:schemeClr>
            </a:solidFill>
            <a:ln>
              <a:noFill/>
            </a:ln>
          </p:spPr>
        </p:sp>
        <p:sp>
          <p:nvSpPr>
            <p:cNvPr id="466" name="Rectangle 465"/>
            <p:cNvSpPr/>
            <p:nvPr userDrawn="1"/>
          </p:nvSpPr>
          <p:spPr bwMode="auto">
            <a:xfrm>
              <a:off x="5731505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67" name="Rectangle 466"/>
            <p:cNvSpPr/>
            <p:nvPr userDrawn="1"/>
          </p:nvSpPr>
          <p:spPr bwMode="auto">
            <a:xfrm>
              <a:off x="6114449" y="8799984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68" name="Rectangle 467"/>
            <p:cNvSpPr/>
            <p:nvPr userDrawn="1"/>
          </p:nvSpPr>
          <p:spPr bwMode="auto">
            <a:xfrm>
              <a:off x="4193391" y="8796469"/>
              <a:ext cx="1152000" cy="38048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69" name="Rectangle 468"/>
            <p:cNvSpPr/>
            <p:nvPr userDrawn="1"/>
          </p:nvSpPr>
          <p:spPr bwMode="auto">
            <a:xfrm>
              <a:off x="4197327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22000"/>
              </a:schemeClr>
            </a:solidFill>
            <a:ln>
              <a:noFill/>
            </a:ln>
          </p:spPr>
        </p:sp>
        <p:sp>
          <p:nvSpPr>
            <p:cNvPr id="470" name="Rectangle 469"/>
            <p:cNvSpPr/>
            <p:nvPr userDrawn="1"/>
          </p:nvSpPr>
          <p:spPr bwMode="auto">
            <a:xfrm>
              <a:off x="4579506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0"/>
              </a:schemeClr>
            </a:solidFill>
            <a:ln>
              <a:noFill/>
            </a:ln>
          </p:spPr>
        </p:sp>
        <p:sp>
          <p:nvSpPr>
            <p:cNvPr id="471" name="Rectangle 470"/>
            <p:cNvSpPr/>
            <p:nvPr userDrawn="1"/>
          </p:nvSpPr>
          <p:spPr bwMode="auto">
            <a:xfrm>
              <a:off x="4962449" y="8796469"/>
              <a:ext cx="383999" cy="383999"/>
            </a:xfrm>
            <a:prstGeom prst="rect">
              <a:avLst/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>
              <a:noFill/>
            </a:ln>
          </p:spPr>
        </p:sp>
        <p:sp>
          <p:nvSpPr>
            <p:cNvPr id="472" name="Rectangle 471"/>
            <p:cNvSpPr/>
            <p:nvPr userDrawn="1"/>
          </p:nvSpPr>
          <p:spPr bwMode="auto">
            <a:xfrm>
              <a:off x="3040334" y="8799984"/>
              <a:ext cx="1152000" cy="38048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3" name="Rectangle 472"/>
            <p:cNvSpPr/>
            <p:nvPr userDrawn="1"/>
          </p:nvSpPr>
          <p:spPr bwMode="auto">
            <a:xfrm>
              <a:off x="3044270" y="8799984"/>
              <a:ext cx="383999" cy="383999"/>
            </a:xfrm>
            <a:prstGeom prst="rect">
              <a:avLst/>
            </a:prstGeom>
            <a:solidFill>
              <a:schemeClr val="accent2">
                <a:lumMod val="75000"/>
                <a:alpha val="46000"/>
              </a:schemeClr>
            </a:solidFill>
            <a:ln>
              <a:noFill/>
            </a:ln>
          </p:spPr>
        </p:sp>
        <p:sp>
          <p:nvSpPr>
            <p:cNvPr id="474" name="Rectangle 473"/>
            <p:cNvSpPr/>
            <p:nvPr userDrawn="1"/>
          </p:nvSpPr>
          <p:spPr bwMode="auto">
            <a:xfrm>
              <a:off x="3426449" y="8799984"/>
              <a:ext cx="383999" cy="383999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>
              <a:noFill/>
            </a:ln>
          </p:spPr>
        </p:sp>
        <p:sp>
          <p:nvSpPr>
            <p:cNvPr id="475" name="Rectangle 474"/>
            <p:cNvSpPr/>
            <p:nvPr userDrawn="1"/>
          </p:nvSpPr>
          <p:spPr bwMode="auto">
            <a:xfrm>
              <a:off x="3809391" y="8799984"/>
              <a:ext cx="383999" cy="383999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  <a:ln>
              <a:noFill/>
            </a:ln>
          </p:spPr>
        </p:sp>
        <p:sp>
          <p:nvSpPr>
            <p:cNvPr id="476" name="Rectangle 475"/>
            <p:cNvSpPr/>
            <p:nvPr userDrawn="1"/>
          </p:nvSpPr>
          <p:spPr bwMode="auto">
            <a:xfrm>
              <a:off x="1890803" y="8796469"/>
              <a:ext cx="1152000" cy="38048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77" name="Rectangle 476"/>
            <p:cNvSpPr/>
            <p:nvPr userDrawn="1"/>
          </p:nvSpPr>
          <p:spPr bwMode="auto">
            <a:xfrm>
              <a:off x="1894739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35000"/>
              </a:schemeClr>
            </a:solidFill>
            <a:ln>
              <a:noFill/>
            </a:ln>
          </p:spPr>
        </p:sp>
        <p:sp>
          <p:nvSpPr>
            <p:cNvPr id="478" name="Rectangle 477"/>
            <p:cNvSpPr/>
            <p:nvPr userDrawn="1"/>
          </p:nvSpPr>
          <p:spPr bwMode="auto">
            <a:xfrm>
              <a:off x="2276918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79" name="Rectangle 478"/>
            <p:cNvSpPr/>
            <p:nvPr userDrawn="1"/>
          </p:nvSpPr>
          <p:spPr bwMode="auto">
            <a:xfrm>
              <a:off x="2659861" y="8796469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  <p:sp>
          <p:nvSpPr>
            <p:cNvPr id="480" name="Rectangle 479"/>
            <p:cNvSpPr/>
            <p:nvPr userDrawn="1"/>
          </p:nvSpPr>
          <p:spPr bwMode="auto">
            <a:xfrm>
              <a:off x="741989" y="8796469"/>
              <a:ext cx="1152000" cy="3839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1" name="Rectangle 480"/>
            <p:cNvSpPr/>
            <p:nvPr userDrawn="1"/>
          </p:nvSpPr>
          <p:spPr bwMode="auto">
            <a:xfrm>
              <a:off x="745925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3999"/>
              </a:schemeClr>
            </a:solidFill>
            <a:ln>
              <a:noFill/>
            </a:ln>
          </p:spPr>
        </p:sp>
        <p:sp>
          <p:nvSpPr>
            <p:cNvPr id="482" name="Rectangle 481"/>
            <p:cNvSpPr/>
            <p:nvPr userDrawn="1"/>
          </p:nvSpPr>
          <p:spPr bwMode="auto">
            <a:xfrm>
              <a:off x="1128103" y="8796469"/>
              <a:ext cx="383999" cy="38399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3000"/>
              </a:schemeClr>
            </a:solidFill>
            <a:ln>
              <a:noFill/>
            </a:ln>
          </p:spPr>
        </p:sp>
        <p:sp>
          <p:nvSpPr>
            <p:cNvPr id="483" name="Rectangle 482"/>
            <p:cNvSpPr/>
            <p:nvPr userDrawn="1"/>
          </p:nvSpPr>
          <p:spPr bwMode="auto">
            <a:xfrm>
              <a:off x="1511046" y="8796469"/>
              <a:ext cx="383999" cy="383999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26998"/>
              </a:schemeClr>
            </a:solidFill>
            <a:ln>
              <a:noFill/>
            </a:ln>
          </p:spPr>
        </p:sp>
        <p:sp>
          <p:nvSpPr>
            <p:cNvPr id="484" name="Rectangle 483"/>
            <p:cNvSpPr/>
            <p:nvPr userDrawn="1"/>
          </p:nvSpPr>
          <p:spPr bwMode="auto">
            <a:xfrm>
              <a:off x="-22006" y="8800197"/>
              <a:ext cx="770417" cy="38027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5" name="Rectangle 484"/>
            <p:cNvSpPr/>
            <p:nvPr userDrawn="1"/>
          </p:nvSpPr>
          <p:spPr bwMode="auto">
            <a:xfrm>
              <a:off x="-17473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0"/>
              </a:schemeClr>
            </a:solidFill>
            <a:ln>
              <a:noFill/>
            </a:ln>
          </p:spPr>
        </p:sp>
        <p:sp>
          <p:nvSpPr>
            <p:cNvPr id="486" name="Rectangle 485"/>
            <p:cNvSpPr/>
            <p:nvPr userDrawn="1"/>
          </p:nvSpPr>
          <p:spPr bwMode="auto">
            <a:xfrm>
              <a:off x="365469" y="8800197"/>
              <a:ext cx="383999" cy="383999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8938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6263579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8755180" name="Date Placeholder 14"/>
          <p:cNvSpPr>
            <a:spLocks noGrp="1"/>
          </p:cNvSpPr>
          <p:nvPr>
            <p:ph type="dt" sz="half" idx="10"/>
          </p:nvPr>
        </p:nvSpPr>
        <p:spPr bwMode="auto">
          <a:xfrm>
            <a:off x="607261" y="6109507"/>
            <a:ext cx="2844798" cy="365125"/>
          </a:xfrm>
        </p:spPr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57558381" name="Footer Placeholder 15"/>
          <p:cNvSpPr>
            <a:spLocks noGrp="1"/>
          </p:cNvSpPr>
          <p:nvPr>
            <p:ph type="ftr" sz="quarter" idx="11"/>
          </p:nvPr>
        </p:nvSpPr>
        <p:spPr bwMode="auto">
          <a:xfrm>
            <a:off x="7758885" y="6132835"/>
            <a:ext cx="3860799" cy="365125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394827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5" y="6132835"/>
            <a:ext cx="952634" cy="365125"/>
          </a:xfrm>
        </p:spPr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732706" name="Title 1"/>
          <p:cNvSpPr>
            <a:spLocks noGrp="1"/>
          </p:cNvSpPr>
          <p:nvPr>
            <p:ph type="title"/>
          </p:nvPr>
        </p:nvSpPr>
        <p:spPr bwMode="auto">
          <a:xfrm>
            <a:off x="623391" y="980729"/>
            <a:ext cx="10945215" cy="1002034"/>
          </a:xfrm>
          <a:prstGeom prst="rect">
            <a:avLst/>
          </a:prstGeom>
          <a:noFill/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446498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391" y="2060847"/>
            <a:ext cx="10945215" cy="3960439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6747915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9795731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5248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09092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198313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423317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76748792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503186168" name="Footer Placeholder 8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235408" name="Slide Number Placeholder 9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587358667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733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412775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2875724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052538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99420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412775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915904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8" y="2052538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0310374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13363553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36808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708515526" name="Title 12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021990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66820974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463384174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33405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632858" name="Date Placeholder 1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745389066" name="Footer Placeholder 1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686603" name="Slide Number Placeholder 2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956437" name="Content Placeholder 2"/>
          <p:cNvSpPr>
            <a:spLocks noGrp="1"/>
          </p:cNvSpPr>
          <p:nvPr>
            <p:ph idx="1"/>
          </p:nvPr>
        </p:nvSpPr>
        <p:spPr bwMode="auto">
          <a:xfrm>
            <a:off x="4847861" y="1196753"/>
            <a:ext cx="6816757" cy="482453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32288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3393" y="1196753"/>
            <a:ext cx="4011084" cy="48245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84197208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198379232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5183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908612544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390954" name="Title 1"/>
          <p:cNvSpPr>
            <a:spLocks noGrp="1"/>
          </p:cNvSpPr>
          <p:nvPr>
            <p:ph type="title"/>
          </p:nvPr>
        </p:nvSpPr>
        <p:spPr bwMode="auto">
          <a:xfrm>
            <a:off x="2389717" y="4797151"/>
            <a:ext cx="7315200" cy="576063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9893687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1196751"/>
            <a:ext cx="7315200" cy="352839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0069168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445223"/>
            <a:ext cx="7315200" cy="50296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30527920" name="Date Placeholder 8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90177595" name="Footer Placeholder 9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9463" name="Slide Number Placehold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389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78752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15581330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2049151731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495824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6698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980729"/>
            <a:ext cx="2743200" cy="5040559"/>
          </a:xfrm>
        </p:spPr>
        <p:txBody>
          <a:bodyPr vert="eaVert"/>
          <a:lstStyle>
            <a:lvl1pPr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2393870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980727"/>
            <a:ext cx="8026399" cy="5040561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3274798" name="Date Placeholder 9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898655974" name="Footer Placeholder 10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2179107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726831" name="Rectangle 245"/>
          <p:cNvSpPr/>
          <p:nvPr userDrawn="1"/>
        </p:nvSpPr>
        <p:spPr bwMode="auto">
          <a:xfrm>
            <a:off x="759075" y="-8406"/>
            <a:ext cx="1144579" cy="86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693614171" name="Rectangle 350"/>
          <p:cNvSpPr/>
          <p:nvPr userDrawn="1"/>
        </p:nvSpPr>
        <p:spPr bwMode="auto">
          <a:xfrm>
            <a:off x="1" y="-5610"/>
            <a:ext cx="765453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342307790" name="Group 6"/>
          <p:cNvGrpSpPr/>
          <p:nvPr userDrawn="1"/>
        </p:nvGrpSpPr>
        <p:grpSpPr bwMode="auto">
          <a:xfrm>
            <a:off x="2" y="-8405"/>
            <a:ext cx="12199158" cy="867598"/>
            <a:chOff x="1" y="-11207"/>
            <a:chExt cx="12199158" cy="1156798"/>
          </a:xfrm>
        </p:grpSpPr>
        <p:grpSp>
          <p:nvGrpSpPr>
            <p:cNvPr id="113" name="Group 112"/>
            <p:cNvGrpSpPr/>
            <p:nvPr userDrawn="1"/>
          </p:nvGrpSpPr>
          <p:grpSpPr bwMode="auto">
            <a:xfrm>
              <a:off x="11052937" y="-6409"/>
              <a:ext cx="1146222" cy="1147201"/>
              <a:chOff x="8985289" y="2208431"/>
              <a:chExt cx="1153652" cy="1152000"/>
            </a:xfrm>
          </p:grpSpPr>
          <p:sp>
            <p:nvSpPr>
              <p:cNvPr id="6" name="Rectangle 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" name="Group 4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158" name="Rectangle 157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59" name="Rectangle 158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160" name="Rectangle 159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61" name="Rectangle 16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62" name="Rectangle 16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3" name="Rectangle 16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164" name="Rectangle 16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165" name="Rectangle 16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6" name="Rectangle 16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191" name="Group 190"/>
            <p:cNvGrpSpPr/>
            <p:nvPr userDrawn="1"/>
          </p:nvGrpSpPr>
          <p:grpSpPr bwMode="auto">
            <a:xfrm>
              <a:off x="9908949" y="-9923"/>
              <a:ext cx="1145630" cy="1152000"/>
              <a:chOff x="8985885" y="2208431"/>
              <a:chExt cx="1153056" cy="1152000"/>
            </a:xfrm>
          </p:grpSpPr>
          <p:sp>
            <p:nvSpPr>
              <p:cNvPr id="192" name="Rectangle 19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193" name="Group 192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194" name="Rectangle 193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95" name="Rectangle 194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196" name="Rectangle 195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97" name="Rectangle 19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98" name="Rectangle 19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99" name="Rectangle 19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00" name="Rectangle 19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1" name="Rectangle 20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02" name="Rectangle 20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03" name="Group 202"/>
            <p:cNvGrpSpPr/>
            <p:nvPr userDrawn="1"/>
          </p:nvGrpSpPr>
          <p:grpSpPr bwMode="auto">
            <a:xfrm>
              <a:off x="8763318" y="-6409"/>
              <a:ext cx="1149082" cy="1152000"/>
              <a:chOff x="8985885" y="2208431"/>
              <a:chExt cx="1156531" cy="1152000"/>
            </a:xfrm>
          </p:grpSpPr>
          <p:sp>
            <p:nvSpPr>
              <p:cNvPr id="204" name="Rectangle 203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05" name="Group 204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206" name="Rectangle 205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07" name="Rectangle 206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08" name="Rectangle 207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09" name="Rectangle 208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10" name="Rectangle 209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1" name="Rectangle 210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2" name="Rectangle 211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3" name="Rectangle 212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14" name="Rectangle 213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15" name="Group 214"/>
            <p:cNvGrpSpPr/>
            <p:nvPr userDrawn="1"/>
          </p:nvGrpSpPr>
          <p:grpSpPr bwMode="auto">
            <a:xfrm>
              <a:off x="7621191" y="-9923"/>
              <a:ext cx="1145630" cy="1152000"/>
              <a:chOff x="8985885" y="2208431"/>
              <a:chExt cx="1153056" cy="1152000"/>
            </a:xfrm>
          </p:grpSpPr>
          <p:sp>
            <p:nvSpPr>
              <p:cNvPr id="216" name="Rectangle 21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17" name="Group 216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18" name="Rectangle 217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9" name="Rectangle 218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20" name="Rectangle 219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21" name="Rectangle 22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22" name="Rectangle 22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23" name="Rectangle 22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24" name="Rectangle 22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25" name="Rectangle 22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26" name="Rectangle 22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27" name="Group 226"/>
            <p:cNvGrpSpPr/>
            <p:nvPr userDrawn="1"/>
          </p:nvGrpSpPr>
          <p:grpSpPr bwMode="auto">
            <a:xfrm>
              <a:off x="6479777" y="-9923"/>
              <a:ext cx="1145630" cy="1152000"/>
              <a:chOff x="8985885" y="2208431"/>
              <a:chExt cx="1153056" cy="1152000"/>
            </a:xfrm>
          </p:grpSpPr>
          <p:sp>
            <p:nvSpPr>
              <p:cNvPr id="228" name="Rectangle 22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29" name="Group 22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30" name="Rectangle 22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231" name="Rectangle 23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232" name="Rectangle 23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233" name="Rectangle 23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34" name="Rectangle 23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235" name="Rectangle 23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8"/>
                  </a:schemeClr>
                </a:solidFill>
                <a:ln>
                  <a:noFill/>
                </a:ln>
              </p:spPr>
            </p:sp>
            <p:sp>
              <p:nvSpPr>
                <p:cNvPr id="236" name="Rectangle 23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237" name="Rectangle 23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38" name="Rectangle 23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1" name="Group 240"/>
            <p:cNvGrpSpPr/>
            <p:nvPr userDrawn="1"/>
          </p:nvGrpSpPr>
          <p:grpSpPr bwMode="auto">
            <a:xfrm>
              <a:off x="5332234" y="-7693"/>
              <a:ext cx="1146222" cy="1152000"/>
              <a:chOff x="8985289" y="2208431"/>
              <a:chExt cx="1153652" cy="1152000"/>
            </a:xfrm>
          </p:grpSpPr>
          <p:sp>
            <p:nvSpPr>
              <p:cNvPr id="290" name="Rectangle 28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91" name="Group 290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292" name="Rectangle 291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3" name="Rectangle 292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294" name="Rectangle 293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5" name="Rectangle 29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96" name="Rectangle 29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97" name="Rectangle 29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98" name="Rectangle 29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99" name="Rectangle 29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00" name="Rectangle 299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2" name="Group 241"/>
            <p:cNvGrpSpPr/>
            <p:nvPr userDrawn="1"/>
          </p:nvGrpSpPr>
          <p:grpSpPr bwMode="auto">
            <a:xfrm>
              <a:off x="4188246" y="-11207"/>
              <a:ext cx="1145630" cy="1152000"/>
              <a:chOff x="8985885" y="2208431"/>
              <a:chExt cx="1153056" cy="1152000"/>
            </a:xfrm>
          </p:grpSpPr>
          <p:sp>
            <p:nvSpPr>
              <p:cNvPr id="279" name="Rectangle 27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80" name="Group 27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81" name="Rectangle 28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2" name="Rectangle 28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283" name="Rectangle 28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84" name="Rectangle 28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85" name="Rectangle 28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86" name="Rectangle 28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87" name="Rectangle 28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8" name="Rectangle 28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89" name="Rectangle 28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3" name="Group 242"/>
            <p:cNvGrpSpPr/>
            <p:nvPr userDrawn="1"/>
          </p:nvGrpSpPr>
          <p:grpSpPr bwMode="auto">
            <a:xfrm>
              <a:off x="3042615" y="-7693"/>
              <a:ext cx="1149082" cy="1152000"/>
              <a:chOff x="8985885" y="2208431"/>
              <a:chExt cx="1156531" cy="1152000"/>
            </a:xfrm>
          </p:grpSpPr>
          <p:sp>
            <p:nvSpPr>
              <p:cNvPr id="268" name="Rectangle 26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69" name="Group 268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270" name="Rectangle 26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71" name="Rectangle 27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72" name="Rectangle 27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73" name="Rectangle 27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74" name="Rectangle 27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5" name="Rectangle 27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76" name="Rectangle 27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7" name="Rectangle 27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78" name="Rectangle 277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4" name="Group 243"/>
            <p:cNvGrpSpPr/>
            <p:nvPr userDrawn="1"/>
          </p:nvGrpSpPr>
          <p:grpSpPr bwMode="auto">
            <a:xfrm>
              <a:off x="1900489" y="-11207"/>
              <a:ext cx="1145630" cy="1152000"/>
              <a:chOff x="8985885" y="2208431"/>
              <a:chExt cx="1153056" cy="1152000"/>
            </a:xfrm>
          </p:grpSpPr>
          <p:sp>
            <p:nvSpPr>
              <p:cNvPr id="257" name="Rectangle 256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58" name="Group 257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59" name="Rectangle 258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60" name="Rectangle 259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61" name="Rectangle 260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62" name="Rectangle 261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63" name="Rectangle 262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64" name="Rectangle 263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65" name="Rectangle 264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66" name="Rectangle 265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67" name="Rectangle 266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4" name="Group 3"/>
            <p:cNvGrpSpPr/>
            <p:nvPr userDrawn="1"/>
          </p:nvGrpSpPr>
          <p:grpSpPr bwMode="auto">
            <a:xfrm>
              <a:off x="762985" y="-11207"/>
              <a:ext cx="1141719" cy="1156798"/>
              <a:chOff x="762985" y="-11207"/>
              <a:chExt cx="1141719" cy="1156798"/>
            </a:xfrm>
          </p:grpSpPr>
          <p:sp>
            <p:nvSpPr>
              <p:cNvPr id="248" name="Rectangle 247"/>
              <p:cNvSpPr/>
              <p:nvPr userDrawn="1"/>
            </p:nvSpPr>
            <p:spPr bwMode="auto">
              <a:xfrm>
                <a:off x="762985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>
                <a:noFill/>
              </a:ln>
            </p:spPr>
          </p:sp>
          <p:sp>
            <p:nvSpPr>
              <p:cNvPr id="249" name="Rectangle 248"/>
              <p:cNvSpPr/>
              <p:nvPr userDrawn="1"/>
            </p:nvSpPr>
            <p:spPr bwMode="auto">
              <a:xfrm>
                <a:off x="1142702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>
                <a:noFill/>
              </a:ln>
            </p:spPr>
          </p:sp>
          <p:sp>
            <p:nvSpPr>
              <p:cNvPr id="250" name="Rectangle 249"/>
              <p:cNvSpPr/>
              <p:nvPr userDrawn="1"/>
            </p:nvSpPr>
            <p:spPr bwMode="auto">
              <a:xfrm>
                <a:off x="1523178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15999"/>
                </a:schemeClr>
              </a:solidFill>
              <a:ln>
                <a:noFill/>
              </a:ln>
            </p:spPr>
          </p:sp>
          <p:sp>
            <p:nvSpPr>
              <p:cNvPr id="251" name="Rectangle 250"/>
              <p:cNvSpPr/>
              <p:nvPr userDrawn="1"/>
            </p:nvSpPr>
            <p:spPr bwMode="auto">
              <a:xfrm>
                <a:off x="762985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3999"/>
                </a:schemeClr>
              </a:solidFill>
              <a:ln>
                <a:noFill/>
              </a:ln>
            </p:spPr>
          </p:sp>
          <p:sp>
            <p:nvSpPr>
              <p:cNvPr id="252" name="Rectangle 251"/>
              <p:cNvSpPr/>
              <p:nvPr userDrawn="1"/>
            </p:nvSpPr>
            <p:spPr bwMode="auto">
              <a:xfrm>
                <a:off x="1142702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>
                <a:noFill/>
              </a:ln>
            </p:spPr>
          </p:sp>
          <p:sp>
            <p:nvSpPr>
              <p:cNvPr id="253" name="Rectangle 252"/>
              <p:cNvSpPr/>
              <p:nvPr userDrawn="1"/>
            </p:nvSpPr>
            <p:spPr bwMode="auto">
              <a:xfrm>
                <a:off x="1523178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6998"/>
                </a:schemeClr>
              </a:solidFill>
              <a:ln>
                <a:noFill/>
              </a:ln>
            </p:spPr>
          </p:sp>
          <p:sp>
            <p:nvSpPr>
              <p:cNvPr id="254" name="Rectangle 253"/>
              <p:cNvSpPr/>
              <p:nvPr userDrawn="1"/>
            </p:nvSpPr>
            <p:spPr bwMode="auto">
              <a:xfrm>
                <a:off x="765835" y="761590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>
                <a:noFill/>
              </a:ln>
            </p:spPr>
          </p:sp>
          <p:sp>
            <p:nvSpPr>
              <p:cNvPr id="255" name="Rectangle 254"/>
              <p:cNvSpPr/>
              <p:nvPr userDrawn="1"/>
            </p:nvSpPr>
            <p:spPr bwMode="auto">
              <a:xfrm>
                <a:off x="1141651" y="756792"/>
                <a:ext cx="381526" cy="383999"/>
              </a:xfrm>
              <a:prstGeom prst="rect">
                <a:avLst/>
              </a:prstGeom>
              <a:solidFill>
                <a:schemeClr val="accent2">
                  <a:alpha val="0"/>
                </a:schemeClr>
              </a:solidFill>
              <a:ln>
                <a:noFill/>
              </a:ln>
            </p:spPr>
          </p:sp>
          <p:sp>
            <p:nvSpPr>
              <p:cNvPr id="256" name="Rectangle 255"/>
              <p:cNvSpPr/>
              <p:nvPr userDrawn="1"/>
            </p:nvSpPr>
            <p:spPr bwMode="auto">
              <a:xfrm>
                <a:off x="1522127" y="756792"/>
                <a:ext cx="381526" cy="383999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>
                <a:noFill/>
              </a:ln>
            </p:spPr>
          </p:sp>
        </p:grpSp>
        <p:grpSp>
          <p:nvGrpSpPr>
            <p:cNvPr id="352" name="Group 351"/>
            <p:cNvGrpSpPr/>
            <p:nvPr userDrawn="1"/>
          </p:nvGrpSpPr>
          <p:grpSpPr bwMode="auto">
            <a:xfrm>
              <a:off x="1" y="-7479"/>
              <a:ext cx="766505" cy="1148271"/>
              <a:chOff x="9367467" y="2208431"/>
              <a:chExt cx="771474" cy="1152000"/>
            </a:xfrm>
          </p:grpSpPr>
          <p:sp>
            <p:nvSpPr>
              <p:cNvPr id="354" name="Rectangle 353"/>
              <p:cNvSpPr/>
              <p:nvPr userDrawn="1"/>
            </p:nvSpPr>
            <p:spPr bwMode="auto">
              <a:xfrm>
                <a:off x="9367467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355" name="Rectangle 354"/>
              <p:cNvSpPr/>
              <p:nvPr userDrawn="1"/>
            </p:nvSpPr>
            <p:spPr bwMode="auto">
              <a:xfrm>
                <a:off x="9750410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357" name="Rectangle 356"/>
              <p:cNvSpPr/>
              <p:nvPr userDrawn="1"/>
            </p:nvSpPr>
            <p:spPr bwMode="auto">
              <a:xfrm>
                <a:off x="9371999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58" name="Rectangle 357"/>
              <p:cNvSpPr/>
              <p:nvPr userDrawn="1"/>
            </p:nvSpPr>
            <p:spPr bwMode="auto">
              <a:xfrm>
                <a:off x="9754942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360" name="Rectangle 359"/>
              <p:cNvSpPr/>
              <p:nvPr userDrawn="1"/>
            </p:nvSpPr>
            <p:spPr bwMode="auto">
              <a:xfrm>
                <a:off x="9370942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61" name="Rectangle 360"/>
              <p:cNvSpPr/>
              <p:nvPr userDrawn="1"/>
            </p:nvSpPr>
            <p:spPr bwMode="auto">
              <a:xfrm>
                <a:off x="9753885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20000"/>
                </a:schemeClr>
              </a:solidFill>
              <a:ln>
                <a:noFill/>
              </a:ln>
            </p:spPr>
          </p:sp>
        </p:grpSp>
      </p:grpSp>
      <p:sp>
        <p:nvSpPr>
          <p:cNvPr id="1012359155" name="Rectangle 482"/>
          <p:cNvSpPr/>
          <p:nvPr userDrawn="1"/>
        </p:nvSpPr>
        <p:spPr bwMode="auto">
          <a:xfrm>
            <a:off x="11049447" y="6600570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93476601" name="Rectangle 487"/>
          <p:cNvSpPr/>
          <p:nvPr userDrawn="1"/>
        </p:nvSpPr>
        <p:spPr bwMode="auto">
          <a:xfrm>
            <a:off x="11053358" y="6594997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647425885" name="Rectangle 488"/>
          <p:cNvSpPr/>
          <p:nvPr userDrawn="1"/>
        </p:nvSpPr>
        <p:spPr bwMode="auto">
          <a:xfrm>
            <a:off x="11432934" y="6600570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700550035" name="Rectangle 489"/>
          <p:cNvSpPr/>
          <p:nvPr userDrawn="1"/>
        </p:nvSpPr>
        <p:spPr bwMode="auto">
          <a:xfrm>
            <a:off x="11813271" y="6600570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643470049" name="Rectangle 471"/>
          <p:cNvSpPr/>
          <p:nvPr userDrawn="1"/>
        </p:nvSpPr>
        <p:spPr bwMode="auto">
          <a:xfrm>
            <a:off x="9905290" y="6598214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23033024" name="Rectangle 476"/>
          <p:cNvSpPr/>
          <p:nvPr userDrawn="1"/>
        </p:nvSpPr>
        <p:spPr bwMode="auto">
          <a:xfrm>
            <a:off x="9909199" y="6598214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2050231818" name="Rectangle 477"/>
          <p:cNvSpPr/>
          <p:nvPr userDrawn="1"/>
        </p:nvSpPr>
        <p:spPr bwMode="auto">
          <a:xfrm>
            <a:off x="10289537" y="6681515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1171839091" name="Rectangle 478"/>
          <p:cNvSpPr/>
          <p:nvPr userDrawn="1"/>
        </p:nvSpPr>
        <p:spPr bwMode="auto">
          <a:xfrm>
            <a:off x="10669114" y="6598214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1627634095" name="Rectangle 460"/>
          <p:cNvSpPr/>
          <p:nvPr userDrawn="1"/>
        </p:nvSpPr>
        <p:spPr bwMode="auto">
          <a:xfrm>
            <a:off x="8760083" y="6600570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738943764" name="Rectangle 465"/>
          <p:cNvSpPr/>
          <p:nvPr userDrawn="1"/>
        </p:nvSpPr>
        <p:spPr bwMode="auto">
          <a:xfrm>
            <a:off x="8763994" y="6594997"/>
            <a:ext cx="381384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604521763" name="Rectangle 466"/>
          <p:cNvSpPr/>
          <p:nvPr userDrawn="1"/>
        </p:nvSpPr>
        <p:spPr bwMode="auto">
          <a:xfrm>
            <a:off x="9150709" y="6594997"/>
            <a:ext cx="381384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1936368438" name="Rectangle 467"/>
          <p:cNvSpPr/>
          <p:nvPr userDrawn="1"/>
        </p:nvSpPr>
        <p:spPr bwMode="auto">
          <a:xfrm>
            <a:off x="9521437" y="6597036"/>
            <a:ext cx="381384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1900067024" name="Rectangle 449"/>
          <p:cNvSpPr/>
          <p:nvPr userDrawn="1"/>
        </p:nvSpPr>
        <p:spPr bwMode="auto">
          <a:xfrm>
            <a:off x="7618378" y="6598214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33877636" name="Rectangle 454"/>
          <p:cNvSpPr/>
          <p:nvPr userDrawn="1"/>
        </p:nvSpPr>
        <p:spPr bwMode="auto">
          <a:xfrm>
            <a:off x="7622289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831430447" name="Rectangle 455"/>
          <p:cNvSpPr/>
          <p:nvPr userDrawn="1"/>
        </p:nvSpPr>
        <p:spPr bwMode="auto">
          <a:xfrm>
            <a:off x="8001866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445391627" name="Rectangle 456"/>
          <p:cNvSpPr/>
          <p:nvPr userDrawn="1"/>
        </p:nvSpPr>
        <p:spPr bwMode="auto">
          <a:xfrm>
            <a:off x="8382201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158225251" name="Rectangle 438"/>
          <p:cNvSpPr/>
          <p:nvPr userDrawn="1"/>
        </p:nvSpPr>
        <p:spPr bwMode="auto">
          <a:xfrm>
            <a:off x="6477385" y="6598214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49019190" name="Rectangle 443"/>
          <p:cNvSpPr/>
          <p:nvPr userDrawn="1"/>
        </p:nvSpPr>
        <p:spPr bwMode="auto">
          <a:xfrm>
            <a:off x="6481296" y="6598214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1571921148" name="Rectangle 444"/>
          <p:cNvSpPr/>
          <p:nvPr userDrawn="1"/>
        </p:nvSpPr>
        <p:spPr bwMode="auto">
          <a:xfrm>
            <a:off x="6860871" y="6598214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2119908969" name="Rectangle 445"/>
          <p:cNvSpPr/>
          <p:nvPr userDrawn="1"/>
        </p:nvSpPr>
        <p:spPr bwMode="auto">
          <a:xfrm>
            <a:off x="7241207" y="6598214"/>
            <a:ext cx="381384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8"/>
            </a:schemeClr>
          </a:solidFill>
          <a:ln>
            <a:noFill/>
          </a:ln>
        </p:spPr>
      </p:sp>
      <p:sp>
        <p:nvSpPr>
          <p:cNvPr id="589794216" name="Rectangle 422"/>
          <p:cNvSpPr/>
          <p:nvPr userDrawn="1"/>
        </p:nvSpPr>
        <p:spPr bwMode="auto">
          <a:xfrm>
            <a:off x="5330856" y="6599709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43148884" name="Rectangle 427"/>
          <p:cNvSpPr/>
          <p:nvPr userDrawn="1"/>
        </p:nvSpPr>
        <p:spPr bwMode="auto">
          <a:xfrm>
            <a:off x="5334768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246812875" name="Rectangle 428"/>
          <p:cNvSpPr/>
          <p:nvPr userDrawn="1"/>
        </p:nvSpPr>
        <p:spPr bwMode="auto">
          <a:xfrm>
            <a:off x="5714343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317536560" name="Rectangle 429"/>
          <p:cNvSpPr/>
          <p:nvPr userDrawn="1"/>
        </p:nvSpPr>
        <p:spPr bwMode="auto">
          <a:xfrm>
            <a:off x="6094679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745412698" name="Rectangle 411"/>
          <p:cNvSpPr/>
          <p:nvPr userDrawn="1"/>
        </p:nvSpPr>
        <p:spPr bwMode="auto">
          <a:xfrm>
            <a:off x="4186699" y="6597353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557979887" name="Rectangle 416"/>
          <p:cNvSpPr/>
          <p:nvPr userDrawn="1"/>
        </p:nvSpPr>
        <p:spPr bwMode="auto">
          <a:xfrm>
            <a:off x="4190610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1400042788" name="Rectangle 417"/>
          <p:cNvSpPr/>
          <p:nvPr userDrawn="1"/>
        </p:nvSpPr>
        <p:spPr bwMode="auto">
          <a:xfrm>
            <a:off x="4570186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1278831071" name="Rectangle 418"/>
          <p:cNvSpPr/>
          <p:nvPr userDrawn="1"/>
        </p:nvSpPr>
        <p:spPr bwMode="auto">
          <a:xfrm>
            <a:off x="4950522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467111937" name="Rectangle 400"/>
          <p:cNvSpPr/>
          <p:nvPr userDrawn="1"/>
        </p:nvSpPr>
        <p:spPr bwMode="auto">
          <a:xfrm>
            <a:off x="3041491" y="6599709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431175316" name="Rectangle 405"/>
          <p:cNvSpPr/>
          <p:nvPr userDrawn="1"/>
        </p:nvSpPr>
        <p:spPr bwMode="auto">
          <a:xfrm>
            <a:off x="3045402" y="6599709"/>
            <a:ext cx="381384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1868277770" name="Rectangle 406"/>
          <p:cNvSpPr/>
          <p:nvPr userDrawn="1"/>
        </p:nvSpPr>
        <p:spPr bwMode="auto">
          <a:xfrm>
            <a:off x="3424979" y="6599709"/>
            <a:ext cx="381384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1761398542" name="Rectangle 407"/>
          <p:cNvSpPr/>
          <p:nvPr userDrawn="1"/>
        </p:nvSpPr>
        <p:spPr bwMode="auto">
          <a:xfrm>
            <a:off x="3805314" y="6599709"/>
            <a:ext cx="381384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220891857" name="Rectangle 389"/>
          <p:cNvSpPr/>
          <p:nvPr userDrawn="1"/>
        </p:nvSpPr>
        <p:spPr bwMode="auto">
          <a:xfrm>
            <a:off x="1899786" y="6597353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9068238" name="Rectangle 394"/>
          <p:cNvSpPr/>
          <p:nvPr userDrawn="1"/>
        </p:nvSpPr>
        <p:spPr bwMode="auto">
          <a:xfrm>
            <a:off x="1903697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369382112" name="Rectangle 395"/>
          <p:cNvSpPr/>
          <p:nvPr userDrawn="1"/>
        </p:nvSpPr>
        <p:spPr bwMode="auto">
          <a:xfrm>
            <a:off x="2283274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929849844" name="Rectangle 396"/>
          <p:cNvSpPr/>
          <p:nvPr userDrawn="1"/>
        </p:nvSpPr>
        <p:spPr bwMode="auto">
          <a:xfrm>
            <a:off x="2663610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076421737" name="Rectangle 378"/>
          <p:cNvSpPr/>
          <p:nvPr userDrawn="1"/>
        </p:nvSpPr>
        <p:spPr bwMode="auto">
          <a:xfrm>
            <a:off x="758793" y="6597353"/>
            <a:ext cx="1144157" cy="257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690863441" name="Rectangle 383"/>
          <p:cNvSpPr/>
          <p:nvPr userDrawn="1"/>
        </p:nvSpPr>
        <p:spPr bwMode="auto">
          <a:xfrm>
            <a:off x="762703" y="6597353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411362954" name="Rectangle 384"/>
          <p:cNvSpPr/>
          <p:nvPr userDrawn="1"/>
        </p:nvSpPr>
        <p:spPr bwMode="auto">
          <a:xfrm>
            <a:off x="1142281" y="6597353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671704531" name="Rectangle 385"/>
          <p:cNvSpPr/>
          <p:nvPr userDrawn="1"/>
        </p:nvSpPr>
        <p:spPr bwMode="auto">
          <a:xfrm>
            <a:off x="1522615" y="6597353"/>
            <a:ext cx="381384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8"/>
            </a:schemeClr>
          </a:solidFill>
          <a:ln>
            <a:noFill/>
          </a:ln>
        </p:spPr>
      </p:sp>
      <p:sp>
        <p:nvSpPr>
          <p:cNvPr id="1528394803" name="Rectangle 365"/>
          <p:cNvSpPr/>
          <p:nvPr userDrawn="1"/>
        </p:nvSpPr>
        <p:spPr bwMode="auto">
          <a:xfrm>
            <a:off x="-1" y="6599851"/>
            <a:ext cx="765171" cy="254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76980743" name="Rectangle 369"/>
          <p:cNvSpPr/>
          <p:nvPr userDrawn="1"/>
        </p:nvSpPr>
        <p:spPr bwMode="auto">
          <a:xfrm>
            <a:off x="4502" y="65998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676124051" name="Rectangle 370"/>
          <p:cNvSpPr/>
          <p:nvPr userDrawn="1"/>
        </p:nvSpPr>
        <p:spPr bwMode="auto">
          <a:xfrm>
            <a:off x="384838" y="65998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990586346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609599" y="1340767"/>
            <a:ext cx="10972800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5232939" name="Title 1"/>
          <p:cNvSpPr>
            <a:spLocks noGrp="1"/>
          </p:cNvSpPr>
          <p:nvPr userDrawn="1">
            <p:ph type="title"/>
          </p:nvPr>
        </p:nvSpPr>
        <p:spPr bwMode="auto">
          <a:xfrm>
            <a:off x="2676487" y="220639"/>
            <a:ext cx="6750077" cy="856127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28643730" name="Slide Number Placeholder 5"/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5190395" y="6132835"/>
            <a:ext cx="952634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1865716944" name="Date Placeholder 3"/>
          <p:cNvSpPr>
            <a:spLocks noGrp="1"/>
          </p:cNvSpPr>
          <p:nvPr userDrawn="1">
            <p:ph type="dt" sz="half" idx="2"/>
          </p:nvPr>
        </p:nvSpPr>
        <p:spPr bwMode="auto">
          <a:xfrm>
            <a:off x="607261" y="6109507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327208170" name="Footer Placeholder 4"/>
          <p:cNvSpPr>
            <a:spLocks noGrp="1"/>
          </p:cNvSpPr>
          <p:nvPr userDrawn="1">
            <p:ph type="ftr" sz="quarter" idx="3"/>
          </p:nvPr>
        </p:nvSpPr>
        <p:spPr bwMode="auto">
          <a:xfrm>
            <a:off x="7758885" y="6132835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defTabSz="914400">
        <a:spcBef>
          <a:spcPts val="0"/>
        </a:spcBef>
        <a:buNone/>
        <a:defRPr sz="3200" b="1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283718" name="Rectangle 245"/>
          <p:cNvSpPr/>
          <p:nvPr userDrawn="1"/>
        </p:nvSpPr>
        <p:spPr bwMode="auto">
          <a:xfrm>
            <a:off x="759075" y="-8406"/>
            <a:ext cx="1144579" cy="86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787604481" name="Rectangle 350"/>
          <p:cNvSpPr/>
          <p:nvPr userDrawn="1"/>
        </p:nvSpPr>
        <p:spPr bwMode="auto">
          <a:xfrm>
            <a:off x="1" y="-5610"/>
            <a:ext cx="765453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612650541" name="Group 6"/>
          <p:cNvGrpSpPr/>
          <p:nvPr userDrawn="1"/>
        </p:nvGrpSpPr>
        <p:grpSpPr bwMode="auto">
          <a:xfrm>
            <a:off x="2" y="-8405"/>
            <a:ext cx="12199158" cy="867598"/>
            <a:chOff x="1" y="-11207"/>
            <a:chExt cx="12199158" cy="1156798"/>
          </a:xfrm>
        </p:grpSpPr>
        <p:grpSp>
          <p:nvGrpSpPr>
            <p:cNvPr id="113" name="Group 112"/>
            <p:cNvGrpSpPr/>
            <p:nvPr userDrawn="1"/>
          </p:nvGrpSpPr>
          <p:grpSpPr bwMode="auto">
            <a:xfrm>
              <a:off x="11052937" y="-6409"/>
              <a:ext cx="1146222" cy="1147201"/>
              <a:chOff x="8985289" y="2208431"/>
              <a:chExt cx="1153652" cy="1152000"/>
            </a:xfrm>
          </p:grpSpPr>
          <p:sp>
            <p:nvSpPr>
              <p:cNvPr id="6" name="Rectangle 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5" name="Group 4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158" name="Rectangle 157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59" name="Rectangle 158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160" name="Rectangle 159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161" name="Rectangle 16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62" name="Rectangle 16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3" name="Rectangle 16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164" name="Rectangle 16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165" name="Rectangle 16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66" name="Rectangle 16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191" name="Group 190"/>
            <p:cNvGrpSpPr/>
            <p:nvPr userDrawn="1"/>
          </p:nvGrpSpPr>
          <p:grpSpPr bwMode="auto">
            <a:xfrm>
              <a:off x="9908949" y="-9923"/>
              <a:ext cx="1145630" cy="1152000"/>
              <a:chOff x="8985885" y="2208431"/>
              <a:chExt cx="1153056" cy="1152000"/>
            </a:xfrm>
          </p:grpSpPr>
          <p:sp>
            <p:nvSpPr>
              <p:cNvPr id="192" name="Rectangle 191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193" name="Group 192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194" name="Rectangle 193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195" name="Rectangle 194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196" name="Rectangle 195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97" name="Rectangle 196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198" name="Rectangle 197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99" name="Rectangle 198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00" name="Rectangle 199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01" name="Rectangle 200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02" name="Rectangle 201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03" name="Group 202"/>
            <p:cNvGrpSpPr/>
            <p:nvPr userDrawn="1"/>
          </p:nvGrpSpPr>
          <p:grpSpPr bwMode="auto">
            <a:xfrm>
              <a:off x="8763318" y="-6409"/>
              <a:ext cx="1149082" cy="1152000"/>
              <a:chOff x="8985885" y="2208431"/>
              <a:chExt cx="1156531" cy="1152000"/>
            </a:xfrm>
          </p:grpSpPr>
          <p:sp>
            <p:nvSpPr>
              <p:cNvPr id="204" name="Rectangle 203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05" name="Group 204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206" name="Rectangle 205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07" name="Rectangle 206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08" name="Rectangle 207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09" name="Rectangle 208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10" name="Rectangle 209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1" name="Rectangle 210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2" name="Rectangle 211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13" name="Rectangle 212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14" name="Rectangle 213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15" name="Group 214"/>
            <p:cNvGrpSpPr/>
            <p:nvPr userDrawn="1"/>
          </p:nvGrpSpPr>
          <p:grpSpPr bwMode="auto">
            <a:xfrm>
              <a:off x="7621191" y="-9923"/>
              <a:ext cx="1145630" cy="1152000"/>
              <a:chOff x="8985885" y="2208431"/>
              <a:chExt cx="1153056" cy="1152000"/>
            </a:xfrm>
          </p:grpSpPr>
          <p:sp>
            <p:nvSpPr>
              <p:cNvPr id="216" name="Rectangle 215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17" name="Group 216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18" name="Rectangle 217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19" name="Rectangle 218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20" name="Rectangle 219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21" name="Rectangle 220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22" name="Rectangle 221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23" name="Rectangle 222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24" name="Rectangle 223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25" name="Rectangle 224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26" name="Rectangle 225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27" name="Group 226"/>
            <p:cNvGrpSpPr/>
            <p:nvPr userDrawn="1"/>
          </p:nvGrpSpPr>
          <p:grpSpPr bwMode="auto">
            <a:xfrm>
              <a:off x="6479777" y="-9923"/>
              <a:ext cx="1145630" cy="1152000"/>
              <a:chOff x="8985885" y="2208431"/>
              <a:chExt cx="1153056" cy="1152000"/>
            </a:xfrm>
          </p:grpSpPr>
          <p:sp>
            <p:nvSpPr>
              <p:cNvPr id="228" name="Rectangle 22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29" name="Group 228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30" name="Rectangle 22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48000"/>
                  </a:schemeClr>
                </a:solidFill>
                <a:ln>
                  <a:noFill/>
                </a:ln>
              </p:spPr>
            </p:sp>
            <p:sp>
              <p:nvSpPr>
                <p:cNvPr id="231" name="Rectangle 23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29000"/>
                  </a:schemeClr>
                </a:solidFill>
                <a:ln>
                  <a:noFill/>
                </a:ln>
              </p:spPr>
            </p:sp>
            <p:sp>
              <p:nvSpPr>
                <p:cNvPr id="232" name="Rectangle 23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15999"/>
                  </a:schemeClr>
                </a:solidFill>
                <a:ln>
                  <a:noFill/>
                </a:ln>
              </p:spPr>
            </p:sp>
            <p:sp>
              <p:nvSpPr>
                <p:cNvPr id="233" name="Rectangle 23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34" name="Rectangle 23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3000"/>
                  </a:schemeClr>
                </a:solidFill>
                <a:ln>
                  <a:noFill/>
                </a:ln>
              </p:spPr>
            </p:sp>
            <p:sp>
              <p:nvSpPr>
                <p:cNvPr id="235" name="Rectangle 23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  <a:alpha val="26998"/>
                  </a:schemeClr>
                </a:solidFill>
                <a:ln>
                  <a:noFill/>
                </a:ln>
              </p:spPr>
            </p:sp>
            <p:sp>
              <p:nvSpPr>
                <p:cNvPr id="236" name="Rectangle 23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65000"/>
                  </a:schemeClr>
                </a:solidFill>
                <a:ln>
                  <a:noFill/>
                </a:ln>
              </p:spPr>
            </p:sp>
            <p:sp>
              <p:nvSpPr>
                <p:cNvPr id="237" name="Rectangle 23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38" name="Rectangle 237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7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1" name="Group 240"/>
            <p:cNvGrpSpPr/>
            <p:nvPr userDrawn="1"/>
          </p:nvGrpSpPr>
          <p:grpSpPr bwMode="auto">
            <a:xfrm>
              <a:off x="5332234" y="-7693"/>
              <a:ext cx="1146222" cy="1152000"/>
              <a:chOff x="8985289" y="2208431"/>
              <a:chExt cx="1153652" cy="1152000"/>
            </a:xfrm>
          </p:grpSpPr>
          <p:sp>
            <p:nvSpPr>
              <p:cNvPr id="290" name="Rectangle 289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291" name="Group 290"/>
              <p:cNvGrpSpPr/>
              <p:nvPr userDrawn="1"/>
            </p:nvGrpSpPr>
            <p:grpSpPr bwMode="auto">
              <a:xfrm>
                <a:off x="8985289" y="2208431"/>
                <a:ext cx="1153652" cy="1152000"/>
                <a:chOff x="8985289" y="2208431"/>
                <a:chExt cx="1153652" cy="1152000"/>
              </a:xfrm>
            </p:grpSpPr>
            <p:sp>
              <p:nvSpPr>
                <p:cNvPr id="292" name="Rectangle 291"/>
                <p:cNvSpPr/>
                <p:nvPr userDrawn="1"/>
              </p:nvSpPr>
              <p:spPr bwMode="auto">
                <a:xfrm>
                  <a:off x="898528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3" name="Rectangle 292"/>
                <p:cNvSpPr/>
                <p:nvPr userDrawn="1"/>
              </p:nvSpPr>
              <p:spPr bwMode="auto">
                <a:xfrm>
                  <a:off x="9367467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60000"/>
                  </a:schemeClr>
                </a:solidFill>
                <a:ln>
                  <a:noFill/>
                </a:ln>
              </p:spPr>
            </p:sp>
            <p:sp>
              <p:nvSpPr>
                <p:cNvPr id="294" name="Rectangle 293"/>
                <p:cNvSpPr/>
                <p:nvPr userDrawn="1"/>
              </p:nvSpPr>
              <p:spPr bwMode="auto">
                <a:xfrm>
                  <a:off x="9750410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45000"/>
                  </a:schemeClr>
                </a:solidFill>
                <a:ln>
                  <a:noFill/>
                </a:ln>
              </p:spPr>
            </p:sp>
            <p:sp>
              <p:nvSpPr>
                <p:cNvPr id="295" name="Rectangle 294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96" name="Rectangle 295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97" name="Rectangle 296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98" name="Rectangle 297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99" name="Rectangle 298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300" name="Rectangle 299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2" name="Group 241"/>
            <p:cNvGrpSpPr/>
            <p:nvPr userDrawn="1"/>
          </p:nvGrpSpPr>
          <p:grpSpPr bwMode="auto">
            <a:xfrm>
              <a:off x="4188246" y="-11207"/>
              <a:ext cx="1145630" cy="1152000"/>
              <a:chOff x="8985885" y="2208431"/>
              <a:chExt cx="1153056" cy="1152000"/>
            </a:xfrm>
          </p:grpSpPr>
          <p:sp>
            <p:nvSpPr>
              <p:cNvPr id="279" name="Rectangle 278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280" name="Group 279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81" name="Rectangle 280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2" name="Rectangle 281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40000"/>
                  </a:schemeClr>
                </a:solidFill>
                <a:ln>
                  <a:noFill/>
                </a:ln>
              </p:spPr>
            </p:sp>
            <p:sp>
              <p:nvSpPr>
                <p:cNvPr id="283" name="Rectangle 282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84" name="Rectangle 283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22000"/>
                  </a:schemeClr>
                </a:solidFill>
                <a:ln>
                  <a:noFill/>
                </a:ln>
              </p:spPr>
            </p:sp>
            <p:sp>
              <p:nvSpPr>
                <p:cNvPr id="285" name="Rectangle 284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86" name="Rectangle 285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87" name="Rectangle 286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50000"/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288" name="Rectangle 287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</p:sp>
            <p:sp>
              <p:nvSpPr>
                <p:cNvPr id="289" name="Rectangle 288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3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3" name="Group 242"/>
            <p:cNvGrpSpPr/>
            <p:nvPr userDrawn="1"/>
          </p:nvGrpSpPr>
          <p:grpSpPr bwMode="auto">
            <a:xfrm>
              <a:off x="3042615" y="-7693"/>
              <a:ext cx="1149082" cy="1152000"/>
              <a:chOff x="8985885" y="2208431"/>
              <a:chExt cx="1156531" cy="1152000"/>
            </a:xfrm>
          </p:grpSpPr>
          <p:sp>
            <p:nvSpPr>
              <p:cNvPr id="268" name="Rectangle 267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grpSp>
            <p:nvGrpSpPr>
              <p:cNvPr id="269" name="Group 268"/>
              <p:cNvGrpSpPr/>
              <p:nvPr userDrawn="1"/>
            </p:nvGrpSpPr>
            <p:grpSpPr bwMode="auto">
              <a:xfrm>
                <a:off x="8988763" y="2208431"/>
                <a:ext cx="1153652" cy="1152000"/>
                <a:chOff x="8988763" y="2208431"/>
                <a:chExt cx="1153652" cy="1152000"/>
              </a:xfrm>
            </p:grpSpPr>
            <p:sp>
              <p:nvSpPr>
                <p:cNvPr id="270" name="Rectangle 269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</p:spPr>
            </p:sp>
            <p:sp>
              <p:nvSpPr>
                <p:cNvPr id="271" name="Rectangle 270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  <a:alpha val="62000"/>
                  </a:schemeClr>
                </a:solidFill>
                <a:ln>
                  <a:noFill/>
                </a:ln>
              </p:spPr>
            </p:sp>
            <p:sp>
              <p:nvSpPr>
                <p:cNvPr id="272" name="Rectangle 271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273" name="Rectangle 272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75000"/>
                    <a:alpha val="46000"/>
                  </a:schemeClr>
                </a:solidFill>
                <a:ln>
                  <a:noFill/>
                </a:ln>
              </p:spPr>
            </p:sp>
            <p:sp>
              <p:nvSpPr>
                <p:cNvPr id="274" name="Rectangle 273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5" name="Rectangle 274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76" name="Rectangle 275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77" name="Rectangle 276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78" name="Rectangle 277"/>
                <p:cNvSpPr/>
                <p:nvPr userDrawn="1"/>
              </p:nvSpPr>
              <p:spPr bwMode="auto">
                <a:xfrm>
                  <a:off x="9758417" y="2976431"/>
                  <a:ext cx="383999" cy="383999"/>
                </a:xfrm>
                <a:prstGeom prst="rect">
                  <a:avLst/>
                </a:prstGeom>
                <a:solidFill>
                  <a:schemeClr val="accent6">
                    <a:lumMod val="75000"/>
                    <a:alpha val="20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244" name="Group 243"/>
            <p:cNvGrpSpPr/>
            <p:nvPr userDrawn="1"/>
          </p:nvGrpSpPr>
          <p:grpSpPr bwMode="auto">
            <a:xfrm>
              <a:off x="1900489" y="-11207"/>
              <a:ext cx="1145630" cy="1152000"/>
              <a:chOff x="8985885" y="2208431"/>
              <a:chExt cx="1153056" cy="1152000"/>
            </a:xfrm>
          </p:grpSpPr>
          <p:sp>
            <p:nvSpPr>
              <p:cNvPr id="257" name="Rectangle 256"/>
              <p:cNvSpPr/>
              <p:nvPr userDrawn="1"/>
            </p:nvSpPr>
            <p:spPr bwMode="auto">
              <a:xfrm>
                <a:off x="8985885" y="2208431"/>
                <a:ext cx="1152000" cy="1152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grpSp>
            <p:nvGrpSpPr>
              <p:cNvPr id="258" name="Group 257"/>
              <p:cNvGrpSpPr/>
              <p:nvPr userDrawn="1"/>
            </p:nvGrpSpPr>
            <p:grpSpPr bwMode="auto">
              <a:xfrm>
                <a:off x="8988763" y="2208431"/>
                <a:ext cx="1150178" cy="1152000"/>
                <a:chOff x="8988763" y="2208431"/>
                <a:chExt cx="1150178" cy="1152000"/>
              </a:xfrm>
            </p:grpSpPr>
            <p:sp>
              <p:nvSpPr>
                <p:cNvPr id="259" name="Rectangle 258"/>
                <p:cNvSpPr/>
                <p:nvPr userDrawn="1"/>
              </p:nvSpPr>
              <p:spPr bwMode="auto">
                <a:xfrm>
                  <a:off x="8989821" y="2592432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75000"/>
                    <a:alpha val="76000"/>
                  </a:schemeClr>
                </a:solidFill>
                <a:ln>
                  <a:noFill/>
                </a:ln>
              </p:spPr>
            </p:sp>
            <p:sp>
              <p:nvSpPr>
                <p:cNvPr id="260" name="Rectangle 259"/>
                <p:cNvSpPr/>
                <p:nvPr userDrawn="1"/>
              </p:nvSpPr>
              <p:spPr bwMode="auto">
                <a:xfrm>
                  <a:off x="9371999" y="2592432"/>
                  <a:ext cx="383999" cy="383999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  <a:alpha val="38000"/>
                  </a:schemeClr>
                </a:solidFill>
                <a:ln>
                  <a:noFill/>
                </a:ln>
              </p:spPr>
            </p:sp>
            <p:sp>
              <p:nvSpPr>
                <p:cNvPr id="261" name="Rectangle 260"/>
                <p:cNvSpPr/>
                <p:nvPr userDrawn="1"/>
              </p:nvSpPr>
              <p:spPr bwMode="auto">
                <a:xfrm>
                  <a:off x="9754942" y="2592432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75000"/>
                    <a:alpha val="24000"/>
                  </a:schemeClr>
                </a:solidFill>
                <a:ln>
                  <a:noFill/>
                </a:ln>
              </p:spPr>
            </p:sp>
            <p:sp>
              <p:nvSpPr>
                <p:cNvPr id="262" name="Rectangle 261"/>
                <p:cNvSpPr/>
                <p:nvPr userDrawn="1"/>
              </p:nvSpPr>
              <p:spPr bwMode="auto">
                <a:xfrm>
                  <a:off x="8989821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35000"/>
                  </a:schemeClr>
                </a:solidFill>
                <a:ln>
                  <a:noFill/>
                </a:ln>
              </p:spPr>
            </p:sp>
            <p:sp>
              <p:nvSpPr>
                <p:cNvPr id="263" name="Rectangle 262"/>
                <p:cNvSpPr/>
                <p:nvPr userDrawn="1"/>
              </p:nvSpPr>
              <p:spPr bwMode="auto">
                <a:xfrm>
                  <a:off x="9371999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264" name="Rectangle 263"/>
                <p:cNvSpPr/>
                <p:nvPr userDrawn="1"/>
              </p:nvSpPr>
              <p:spPr bwMode="auto">
                <a:xfrm>
                  <a:off x="9754942" y="2208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</p:sp>
            <p:sp>
              <p:nvSpPr>
                <p:cNvPr id="265" name="Rectangle 264"/>
                <p:cNvSpPr/>
                <p:nvPr userDrawn="1"/>
              </p:nvSpPr>
              <p:spPr bwMode="auto">
                <a:xfrm>
                  <a:off x="8988763" y="2976431"/>
                  <a:ext cx="383999" cy="383999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  <a:alpha val="25000"/>
                  </a:schemeClr>
                </a:solidFill>
                <a:ln>
                  <a:noFill/>
                </a:ln>
              </p:spPr>
            </p:sp>
            <p:sp>
              <p:nvSpPr>
                <p:cNvPr id="266" name="Rectangle 265"/>
                <p:cNvSpPr/>
                <p:nvPr userDrawn="1"/>
              </p:nvSpPr>
              <p:spPr bwMode="auto">
                <a:xfrm>
                  <a:off x="9370942" y="2976431"/>
                  <a:ext cx="383999" cy="383999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  <a:alpha val="3999"/>
                  </a:schemeClr>
                </a:solidFill>
                <a:ln>
                  <a:noFill/>
                </a:ln>
              </p:spPr>
            </p:sp>
            <p:sp>
              <p:nvSpPr>
                <p:cNvPr id="267" name="Rectangle 266"/>
                <p:cNvSpPr/>
                <p:nvPr userDrawn="1"/>
              </p:nvSpPr>
              <p:spPr bwMode="auto">
                <a:xfrm>
                  <a:off x="9753885" y="2976431"/>
                  <a:ext cx="383999" cy="383999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  <a:alpha val="29000"/>
                  </a:schemeClr>
                </a:solidFill>
                <a:ln>
                  <a:noFill/>
                </a:ln>
              </p:spPr>
            </p:sp>
          </p:grpSp>
        </p:grpSp>
        <p:grpSp>
          <p:nvGrpSpPr>
            <p:cNvPr id="4" name="Group 3"/>
            <p:cNvGrpSpPr/>
            <p:nvPr userDrawn="1"/>
          </p:nvGrpSpPr>
          <p:grpSpPr bwMode="auto">
            <a:xfrm>
              <a:off x="762985" y="-11207"/>
              <a:ext cx="1141719" cy="1156798"/>
              <a:chOff x="762985" y="-11207"/>
              <a:chExt cx="1141719" cy="1156798"/>
            </a:xfrm>
          </p:grpSpPr>
          <p:sp>
            <p:nvSpPr>
              <p:cNvPr id="248" name="Rectangle 247"/>
              <p:cNvSpPr/>
              <p:nvPr userDrawn="1"/>
            </p:nvSpPr>
            <p:spPr bwMode="auto">
              <a:xfrm>
                <a:off x="762985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8000"/>
                </a:schemeClr>
              </a:solidFill>
              <a:ln>
                <a:noFill/>
              </a:ln>
            </p:spPr>
          </p:sp>
          <p:sp>
            <p:nvSpPr>
              <p:cNvPr id="249" name="Rectangle 248"/>
              <p:cNvSpPr/>
              <p:nvPr userDrawn="1"/>
            </p:nvSpPr>
            <p:spPr bwMode="auto">
              <a:xfrm>
                <a:off x="1142702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29000"/>
                </a:schemeClr>
              </a:solidFill>
              <a:ln>
                <a:noFill/>
              </a:ln>
            </p:spPr>
          </p:sp>
          <p:sp>
            <p:nvSpPr>
              <p:cNvPr id="250" name="Rectangle 249"/>
              <p:cNvSpPr/>
              <p:nvPr userDrawn="1"/>
            </p:nvSpPr>
            <p:spPr bwMode="auto">
              <a:xfrm>
                <a:off x="1523178" y="372791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15999"/>
                </a:schemeClr>
              </a:solidFill>
              <a:ln>
                <a:noFill/>
              </a:ln>
            </p:spPr>
          </p:sp>
          <p:sp>
            <p:nvSpPr>
              <p:cNvPr id="251" name="Rectangle 250"/>
              <p:cNvSpPr/>
              <p:nvPr userDrawn="1"/>
            </p:nvSpPr>
            <p:spPr bwMode="auto">
              <a:xfrm>
                <a:off x="762985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3999"/>
                </a:schemeClr>
              </a:solidFill>
              <a:ln>
                <a:noFill/>
              </a:ln>
            </p:spPr>
          </p:sp>
          <p:sp>
            <p:nvSpPr>
              <p:cNvPr id="252" name="Rectangle 251"/>
              <p:cNvSpPr/>
              <p:nvPr userDrawn="1"/>
            </p:nvSpPr>
            <p:spPr bwMode="auto">
              <a:xfrm>
                <a:off x="1142702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  <a:alpha val="23000"/>
                </a:schemeClr>
              </a:solidFill>
              <a:ln>
                <a:noFill/>
              </a:ln>
            </p:spPr>
          </p:sp>
          <p:sp>
            <p:nvSpPr>
              <p:cNvPr id="253" name="Rectangle 252"/>
              <p:cNvSpPr/>
              <p:nvPr userDrawn="1"/>
            </p:nvSpPr>
            <p:spPr bwMode="auto">
              <a:xfrm>
                <a:off x="1523178" y="-11207"/>
                <a:ext cx="381526" cy="38399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26998"/>
                </a:schemeClr>
              </a:solidFill>
              <a:ln>
                <a:noFill/>
              </a:ln>
            </p:spPr>
          </p:sp>
          <p:sp>
            <p:nvSpPr>
              <p:cNvPr id="254" name="Rectangle 253"/>
              <p:cNvSpPr/>
              <p:nvPr userDrawn="1"/>
            </p:nvSpPr>
            <p:spPr bwMode="auto">
              <a:xfrm>
                <a:off x="765835" y="761590"/>
                <a:ext cx="381526" cy="383999"/>
              </a:xfrm>
              <a:prstGeom prst="rect">
                <a:avLst/>
              </a:prstGeom>
              <a:solidFill>
                <a:schemeClr val="accent2">
                  <a:lumMod val="75000"/>
                  <a:alpha val="65000"/>
                </a:schemeClr>
              </a:solidFill>
              <a:ln>
                <a:noFill/>
              </a:ln>
            </p:spPr>
          </p:sp>
          <p:sp>
            <p:nvSpPr>
              <p:cNvPr id="255" name="Rectangle 254"/>
              <p:cNvSpPr/>
              <p:nvPr userDrawn="1"/>
            </p:nvSpPr>
            <p:spPr bwMode="auto">
              <a:xfrm>
                <a:off x="1141651" y="756792"/>
                <a:ext cx="381526" cy="383999"/>
              </a:xfrm>
              <a:prstGeom prst="rect">
                <a:avLst/>
              </a:prstGeom>
              <a:solidFill>
                <a:schemeClr val="accent2">
                  <a:alpha val="0"/>
                </a:schemeClr>
              </a:solidFill>
              <a:ln>
                <a:noFill/>
              </a:ln>
            </p:spPr>
          </p:sp>
          <p:sp>
            <p:nvSpPr>
              <p:cNvPr id="256" name="Rectangle 255"/>
              <p:cNvSpPr/>
              <p:nvPr userDrawn="1"/>
            </p:nvSpPr>
            <p:spPr bwMode="auto">
              <a:xfrm>
                <a:off x="1522127" y="756792"/>
                <a:ext cx="381526" cy="383999"/>
              </a:xfrm>
              <a:prstGeom prst="rect">
                <a:avLst/>
              </a:prstGeom>
              <a:solidFill>
                <a:schemeClr val="accent6">
                  <a:lumMod val="75000"/>
                  <a:alpha val="57000"/>
                </a:schemeClr>
              </a:solidFill>
              <a:ln>
                <a:noFill/>
              </a:ln>
            </p:spPr>
          </p:sp>
        </p:grpSp>
        <p:grpSp>
          <p:nvGrpSpPr>
            <p:cNvPr id="352" name="Group 351"/>
            <p:cNvGrpSpPr/>
            <p:nvPr userDrawn="1"/>
          </p:nvGrpSpPr>
          <p:grpSpPr bwMode="auto">
            <a:xfrm>
              <a:off x="1" y="-7479"/>
              <a:ext cx="766505" cy="1148271"/>
              <a:chOff x="9367467" y="2208431"/>
              <a:chExt cx="771474" cy="1152000"/>
            </a:xfrm>
          </p:grpSpPr>
          <p:sp>
            <p:nvSpPr>
              <p:cNvPr id="354" name="Rectangle 353"/>
              <p:cNvSpPr/>
              <p:nvPr userDrawn="1"/>
            </p:nvSpPr>
            <p:spPr bwMode="auto">
              <a:xfrm>
                <a:off x="9367467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355" name="Rectangle 354"/>
              <p:cNvSpPr/>
              <p:nvPr userDrawn="1"/>
            </p:nvSpPr>
            <p:spPr bwMode="auto">
              <a:xfrm>
                <a:off x="9750410" y="2592432"/>
                <a:ext cx="383999" cy="38399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357" name="Rectangle 356"/>
              <p:cNvSpPr/>
              <p:nvPr userDrawn="1"/>
            </p:nvSpPr>
            <p:spPr bwMode="auto">
              <a:xfrm>
                <a:off x="9371999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58" name="Rectangle 357"/>
              <p:cNvSpPr/>
              <p:nvPr userDrawn="1"/>
            </p:nvSpPr>
            <p:spPr bwMode="auto">
              <a:xfrm>
                <a:off x="9754942" y="2208431"/>
                <a:ext cx="383999" cy="383999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360" name="Rectangle 359"/>
              <p:cNvSpPr/>
              <p:nvPr userDrawn="1"/>
            </p:nvSpPr>
            <p:spPr bwMode="auto">
              <a:xfrm>
                <a:off x="9370942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0"/>
                </a:schemeClr>
              </a:solidFill>
              <a:ln>
                <a:noFill/>
              </a:ln>
            </p:spPr>
          </p:sp>
          <p:sp>
            <p:nvSpPr>
              <p:cNvPr id="361" name="Rectangle 360"/>
              <p:cNvSpPr/>
              <p:nvPr userDrawn="1"/>
            </p:nvSpPr>
            <p:spPr bwMode="auto">
              <a:xfrm>
                <a:off x="9753885" y="2976431"/>
                <a:ext cx="383999" cy="383999"/>
              </a:xfrm>
              <a:prstGeom prst="rect">
                <a:avLst/>
              </a:prstGeom>
              <a:solidFill>
                <a:schemeClr val="tx2">
                  <a:lumMod val="75000"/>
                  <a:alpha val="20000"/>
                </a:schemeClr>
              </a:solidFill>
              <a:ln>
                <a:noFill/>
              </a:ln>
            </p:spPr>
          </p:sp>
        </p:grpSp>
      </p:grpSp>
      <p:sp>
        <p:nvSpPr>
          <p:cNvPr id="1476011036" name="Rectangle 482"/>
          <p:cNvSpPr/>
          <p:nvPr userDrawn="1"/>
        </p:nvSpPr>
        <p:spPr bwMode="auto">
          <a:xfrm>
            <a:off x="11049447" y="6600570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2562439" name="Rectangle 487"/>
          <p:cNvSpPr/>
          <p:nvPr userDrawn="1"/>
        </p:nvSpPr>
        <p:spPr bwMode="auto">
          <a:xfrm>
            <a:off x="11053358" y="6594997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38483878" name="Rectangle 488"/>
          <p:cNvSpPr/>
          <p:nvPr userDrawn="1"/>
        </p:nvSpPr>
        <p:spPr bwMode="auto">
          <a:xfrm>
            <a:off x="11432934" y="6600570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419632922" name="Rectangle 489"/>
          <p:cNvSpPr/>
          <p:nvPr userDrawn="1"/>
        </p:nvSpPr>
        <p:spPr bwMode="auto">
          <a:xfrm>
            <a:off x="11813271" y="6600570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723356900" name="Rectangle 471"/>
          <p:cNvSpPr/>
          <p:nvPr userDrawn="1"/>
        </p:nvSpPr>
        <p:spPr bwMode="auto">
          <a:xfrm>
            <a:off x="9905290" y="6598214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172627340" name="Rectangle 476"/>
          <p:cNvSpPr/>
          <p:nvPr userDrawn="1"/>
        </p:nvSpPr>
        <p:spPr bwMode="auto">
          <a:xfrm>
            <a:off x="9909199" y="6598214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972961477" name="Rectangle 477"/>
          <p:cNvSpPr/>
          <p:nvPr userDrawn="1"/>
        </p:nvSpPr>
        <p:spPr bwMode="auto">
          <a:xfrm>
            <a:off x="10289537" y="6681515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908129081" name="Rectangle 478"/>
          <p:cNvSpPr/>
          <p:nvPr userDrawn="1"/>
        </p:nvSpPr>
        <p:spPr bwMode="auto">
          <a:xfrm>
            <a:off x="10669114" y="6598214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1872121887" name="Rectangle 460"/>
          <p:cNvSpPr/>
          <p:nvPr userDrawn="1"/>
        </p:nvSpPr>
        <p:spPr bwMode="auto">
          <a:xfrm>
            <a:off x="8760083" y="6600570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710249288" name="Rectangle 465"/>
          <p:cNvSpPr/>
          <p:nvPr userDrawn="1"/>
        </p:nvSpPr>
        <p:spPr bwMode="auto">
          <a:xfrm>
            <a:off x="8763994" y="6594997"/>
            <a:ext cx="381384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1574365885" name="Rectangle 466"/>
          <p:cNvSpPr/>
          <p:nvPr userDrawn="1"/>
        </p:nvSpPr>
        <p:spPr bwMode="auto">
          <a:xfrm>
            <a:off x="9150709" y="6594997"/>
            <a:ext cx="381384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683373551" name="Rectangle 467"/>
          <p:cNvSpPr/>
          <p:nvPr userDrawn="1"/>
        </p:nvSpPr>
        <p:spPr bwMode="auto">
          <a:xfrm>
            <a:off x="9521437" y="6597036"/>
            <a:ext cx="381384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1650769262" name="Rectangle 449"/>
          <p:cNvSpPr/>
          <p:nvPr userDrawn="1"/>
        </p:nvSpPr>
        <p:spPr bwMode="auto">
          <a:xfrm>
            <a:off x="7618378" y="6598214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72286365" name="Rectangle 454"/>
          <p:cNvSpPr/>
          <p:nvPr userDrawn="1"/>
        </p:nvSpPr>
        <p:spPr bwMode="auto">
          <a:xfrm>
            <a:off x="7622289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1733489986" name="Rectangle 455"/>
          <p:cNvSpPr/>
          <p:nvPr userDrawn="1"/>
        </p:nvSpPr>
        <p:spPr bwMode="auto">
          <a:xfrm>
            <a:off x="8001866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331331297" name="Rectangle 456"/>
          <p:cNvSpPr/>
          <p:nvPr userDrawn="1"/>
        </p:nvSpPr>
        <p:spPr bwMode="auto">
          <a:xfrm>
            <a:off x="8382201" y="6598214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63697353" name="Rectangle 438"/>
          <p:cNvSpPr/>
          <p:nvPr userDrawn="1"/>
        </p:nvSpPr>
        <p:spPr bwMode="auto">
          <a:xfrm>
            <a:off x="6477385" y="6598214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505577059" name="Rectangle 443"/>
          <p:cNvSpPr/>
          <p:nvPr userDrawn="1"/>
        </p:nvSpPr>
        <p:spPr bwMode="auto">
          <a:xfrm>
            <a:off x="6481296" y="6598214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1471929294" name="Rectangle 444"/>
          <p:cNvSpPr/>
          <p:nvPr userDrawn="1"/>
        </p:nvSpPr>
        <p:spPr bwMode="auto">
          <a:xfrm>
            <a:off x="6860871" y="6598214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1957471531" name="Rectangle 445"/>
          <p:cNvSpPr/>
          <p:nvPr userDrawn="1"/>
        </p:nvSpPr>
        <p:spPr bwMode="auto">
          <a:xfrm>
            <a:off x="7241207" y="6598214"/>
            <a:ext cx="381384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8"/>
            </a:schemeClr>
          </a:solidFill>
          <a:ln>
            <a:noFill/>
          </a:ln>
        </p:spPr>
      </p:sp>
      <p:sp>
        <p:nvSpPr>
          <p:cNvPr id="2081307105" name="Rectangle 422"/>
          <p:cNvSpPr/>
          <p:nvPr userDrawn="1"/>
        </p:nvSpPr>
        <p:spPr bwMode="auto">
          <a:xfrm>
            <a:off x="5330856" y="6599709"/>
            <a:ext cx="1144157" cy="2550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54228857" name="Rectangle 427"/>
          <p:cNvSpPr/>
          <p:nvPr userDrawn="1"/>
        </p:nvSpPr>
        <p:spPr bwMode="auto">
          <a:xfrm>
            <a:off x="5334768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22000"/>
            </a:schemeClr>
          </a:solidFill>
          <a:ln>
            <a:noFill/>
          </a:ln>
        </p:spPr>
      </p:sp>
      <p:sp>
        <p:nvSpPr>
          <p:cNvPr id="110796865" name="Rectangle 428"/>
          <p:cNvSpPr/>
          <p:nvPr userDrawn="1"/>
        </p:nvSpPr>
        <p:spPr bwMode="auto">
          <a:xfrm>
            <a:off x="5714343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51290721" name="Rectangle 429"/>
          <p:cNvSpPr/>
          <p:nvPr userDrawn="1"/>
        </p:nvSpPr>
        <p:spPr bwMode="auto">
          <a:xfrm>
            <a:off x="6094679" y="6599709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189626488" name="Rectangle 411"/>
          <p:cNvSpPr/>
          <p:nvPr userDrawn="1"/>
        </p:nvSpPr>
        <p:spPr bwMode="auto">
          <a:xfrm>
            <a:off x="4186699" y="6597353"/>
            <a:ext cx="1144157" cy="2550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39291444" name="Rectangle 416"/>
          <p:cNvSpPr/>
          <p:nvPr userDrawn="1"/>
        </p:nvSpPr>
        <p:spPr bwMode="auto">
          <a:xfrm>
            <a:off x="4190610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22000"/>
            </a:schemeClr>
          </a:solidFill>
          <a:ln>
            <a:noFill/>
          </a:ln>
        </p:spPr>
      </p:sp>
      <p:sp>
        <p:nvSpPr>
          <p:cNvPr id="1706129274" name="Rectangle 417"/>
          <p:cNvSpPr/>
          <p:nvPr userDrawn="1"/>
        </p:nvSpPr>
        <p:spPr bwMode="auto">
          <a:xfrm>
            <a:off x="4570186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0"/>
            </a:schemeClr>
          </a:solidFill>
          <a:ln>
            <a:noFill/>
          </a:ln>
        </p:spPr>
      </p:sp>
      <p:sp>
        <p:nvSpPr>
          <p:cNvPr id="652382782" name="Rectangle 418"/>
          <p:cNvSpPr/>
          <p:nvPr userDrawn="1"/>
        </p:nvSpPr>
        <p:spPr bwMode="auto">
          <a:xfrm>
            <a:off x="4950522" y="6597353"/>
            <a:ext cx="381384" cy="257430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</p:sp>
      <p:sp>
        <p:nvSpPr>
          <p:cNvPr id="2106105376" name="Rectangle 400"/>
          <p:cNvSpPr/>
          <p:nvPr userDrawn="1"/>
        </p:nvSpPr>
        <p:spPr bwMode="auto">
          <a:xfrm>
            <a:off x="3041491" y="6599709"/>
            <a:ext cx="1144157" cy="25507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254852071" name="Rectangle 405"/>
          <p:cNvSpPr/>
          <p:nvPr userDrawn="1"/>
        </p:nvSpPr>
        <p:spPr bwMode="auto">
          <a:xfrm>
            <a:off x="3045402" y="6599709"/>
            <a:ext cx="381384" cy="257430"/>
          </a:xfrm>
          <a:prstGeom prst="rect">
            <a:avLst/>
          </a:prstGeom>
          <a:solidFill>
            <a:schemeClr val="accent2">
              <a:lumMod val="75000"/>
              <a:alpha val="46000"/>
            </a:schemeClr>
          </a:solidFill>
          <a:ln>
            <a:noFill/>
          </a:ln>
        </p:spPr>
      </p:sp>
      <p:sp>
        <p:nvSpPr>
          <p:cNvPr id="1465409046" name="Rectangle 406"/>
          <p:cNvSpPr/>
          <p:nvPr userDrawn="1"/>
        </p:nvSpPr>
        <p:spPr bwMode="auto">
          <a:xfrm>
            <a:off x="3424979" y="6599709"/>
            <a:ext cx="381384" cy="25743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noFill/>
          </a:ln>
        </p:spPr>
      </p:sp>
      <p:sp>
        <p:nvSpPr>
          <p:cNvPr id="962706740" name="Rectangle 407"/>
          <p:cNvSpPr/>
          <p:nvPr userDrawn="1"/>
        </p:nvSpPr>
        <p:spPr bwMode="auto">
          <a:xfrm>
            <a:off x="3805314" y="6599709"/>
            <a:ext cx="381384" cy="257430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  <a:ln>
            <a:noFill/>
          </a:ln>
        </p:spPr>
      </p:sp>
      <p:sp>
        <p:nvSpPr>
          <p:cNvPr id="234553093" name="Rectangle 389"/>
          <p:cNvSpPr/>
          <p:nvPr userDrawn="1"/>
        </p:nvSpPr>
        <p:spPr bwMode="auto">
          <a:xfrm>
            <a:off x="1899786" y="6597353"/>
            <a:ext cx="1144157" cy="2550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252379089" name="Rectangle 394"/>
          <p:cNvSpPr/>
          <p:nvPr userDrawn="1"/>
        </p:nvSpPr>
        <p:spPr bwMode="auto">
          <a:xfrm>
            <a:off x="1903697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35000"/>
            </a:schemeClr>
          </a:solidFill>
          <a:ln>
            <a:noFill/>
          </a:ln>
        </p:spPr>
      </p:sp>
      <p:sp>
        <p:nvSpPr>
          <p:cNvPr id="1046696619" name="Rectangle 395"/>
          <p:cNvSpPr/>
          <p:nvPr userDrawn="1"/>
        </p:nvSpPr>
        <p:spPr bwMode="auto">
          <a:xfrm>
            <a:off x="2283274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1102024314" name="Rectangle 396"/>
          <p:cNvSpPr/>
          <p:nvPr userDrawn="1"/>
        </p:nvSpPr>
        <p:spPr bwMode="auto">
          <a:xfrm>
            <a:off x="2663610" y="65973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121436638" name="Rectangle 378"/>
          <p:cNvSpPr/>
          <p:nvPr userDrawn="1"/>
        </p:nvSpPr>
        <p:spPr bwMode="auto">
          <a:xfrm>
            <a:off x="758793" y="6597353"/>
            <a:ext cx="1144157" cy="2574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188771263" name="Rectangle 383"/>
          <p:cNvSpPr/>
          <p:nvPr userDrawn="1"/>
        </p:nvSpPr>
        <p:spPr bwMode="auto">
          <a:xfrm>
            <a:off x="762703" y="6597353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3999"/>
            </a:schemeClr>
          </a:solidFill>
          <a:ln>
            <a:noFill/>
          </a:ln>
        </p:spPr>
      </p:sp>
      <p:sp>
        <p:nvSpPr>
          <p:cNvPr id="1691101282" name="Rectangle 384"/>
          <p:cNvSpPr/>
          <p:nvPr userDrawn="1"/>
        </p:nvSpPr>
        <p:spPr bwMode="auto">
          <a:xfrm>
            <a:off x="1142281" y="6597353"/>
            <a:ext cx="381384" cy="257430"/>
          </a:xfrm>
          <a:prstGeom prst="rect">
            <a:avLst/>
          </a:prstGeom>
          <a:solidFill>
            <a:schemeClr val="accent4">
              <a:lumMod val="40000"/>
              <a:lumOff val="60000"/>
              <a:alpha val="23000"/>
            </a:schemeClr>
          </a:solidFill>
          <a:ln>
            <a:noFill/>
          </a:ln>
        </p:spPr>
      </p:sp>
      <p:sp>
        <p:nvSpPr>
          <p:cNvPr id="283642413" name="Rectangle 385"/>
          <p:cNvSpPr/>
          <p:nvPr userDrawn="1"/>
        </p:nvSpPr>
        <p:spPr bwMode="auto">
          <a:xfrm>
            <a:off x="1522615" y="6597353"/>
            <a:ext cx="381384" cy="257430"/>
          </a:xfrm>
          <a:prstGeom prst="rect">
            <a:avLst/>
          </a:prstGeom>
          <a:solidFill>
            <a:schemeClr val="accent4">
              <a:lumMod val="20000"/>
              <a:lumOff val="80000"/>
              <a:alpha val="26998"/>
            </a:schemeClr>
          </a:solidFill>
          <a:ln>
            <a:noFill/>
          </a:ln>
        </p:spPr>
      </p:sp>
      <p:sp>
        <p:nvSpPr>
          <p:cNvPr id="1665130343" name="Rectangle 365"/>
          <p:cNvSpPr/>
          <p:nvPr userDrawn="1"/>
        </p:nvSpPr>
        <p:spPr bwMode="auto">
          <a:xfrm>
            <a:off x="-1" y="6599851"/>
            <a:ext cx="765171" cy="254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6444661" name="Rectangle 369"/>
          <p:cNvSpPr/>
          <p:nvPr userDrawn="1"/>
        </p:nvSpPr>
        <p:spPr bwMode="auto">
          <a:xfrm>
            <a:off x="4502" y="65998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0"/>
            </a:schemeClr>
          </a:solidFill>
          <a:ln>
            <a:noFill/>
          </a:ln>
        </p:spPr>
      </p:sp>
      <p:sp>
        <p:nvSpPr>
          <p:cNvPr id="952652394" name="Rectangle 370"/>
          <p:cNvSpPr/>
          <p:nvPr userDrawn="1"/>
        </p:nvSpPr>
        <p:spPr bwMode="auto">
          <a:xfrm>
            <a:off x="384838" y="6599853"/>
            <a:ext cx="381384" cy="257430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112112058" name="Text Placeholder 2"/>
          <p:cNvSpPr>
            <a:spLocks noGrp="1"/>
          </p:cNvSpPr>
          <p:nvPr userDrawn="1">
            <p:ph type="body" idx="1"/>
          </p:nvPr>
        </p:nvSpPr>
        <p:spPr bwMode="auto">
          <a:xfrm>
            <a:off x="609599" y="1340767"/>
            <a:ext cx="10972800" cy="460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78842454" name="Title 1"/>
          <p:cNvSpPr>
            <a:spLocks noGrp="1"/>
          </p:cNvSpPr>
          <p:nvPr userDrawn="1">
            <p:ph type="title"/>
          </p:nvPr>
        </p:nvSpPr>
        <p:spPr bwMode="auto">
          <a:xfrm>
            <a:off x="2676487" y="220639"/>
            <a:ext cx="6750077" cy="856127"/>
          </a:xfrm>
          <a:prstGeom prst="rect">
            <a:avLst/>
          </a:prstGeom>
          <a:solidFill>
            <a:schemeClr val="bg1">
              <a:alpha val="84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6660150" name="Slide Number Placeholder 5"/>
          <p:cNvSpPr>
            <a:spLocks noGrp="1"/>
          </p:cNvSpPr>
          <p:nvPr userDrawn="1">
            <p:ph type="sldNum" sz="quarter" idx="4"/>
          </p:nvPr>
        </p:nvSpPr>
        <p:spPr bwMode="auto">
          <a:xfrm>
            <a:off x="5190395" y="6132835"/>
            <a:ext cx="952634" cy="3651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1974DF9-AD47-4691-BA21-BBFCE3637A9A}" type="slidenum">
              <a:rPr/>
              <a:t>‹#›</a:t>
            </a:fld>
            <a:endParaRPr/>
          </a:p>
        </p:txBody>
      </p:sp>
      <p:sp>
        <p:nvSpPr>
          <p:cNvPr id="2077474585" name="Date Placeholder 3"/>
          <p:cNvSpPr>
            <a:spLocks noGrp="1"/>
          </p:cNvSpPr>
          <p:nvPr userDrawn="1">
            <p:ph type="dt" sz="half" idx="2"/>
          </p:nvPr>
        </p:nvSpPr>
        <p:spPr bwMode="auto">
          <a:xfrm>
            <a:off x="607261" y="6109507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26.12.2019</a:t>
            </a:fld>
            <a:endParaRPr/>
          </a:p>
        </p:txBody>
      </p:sp>
      <p:sp>
        <p:nvSpPr>
          <p:cNvPr id="302426193" name="Footer Placeholder 4"/>
          <p:cNvSpPr>
            <a:spLocks noGrp="1"/>
          </p:cNvSpPr>
          <p:nvPr userDrawn="1">
            <p:ph type="ftr" sz="quarter" idx="3"/>
          </p:nvPr>
        </p:nvSpPr>
        <p:spPr bwMode="auto">
          <a:xfrm>
            <a:off x="7758885" y="6132835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1"/>
  <p:txStyles>
    <p:titleStyle>
      <a:lvl1pPr algn="ctr" defTabSz="914400" rtl="0">
        <a:spcBef>
          <a:spcPts val="0"/>
        </a:spcBef>
        <a:buNone/>
        <a:defRPr sz="3200" b="1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microsoft.com/office/2007/relationships/media" Target="../media/media1.mp4"/><Relationship Id="rId5" Type="http://schemas.openxmlformats.org/officeDocument/2006/relationships/video" Target="../media/media1.mp4" /><Relationship Id="rId6" Type="http://schemas.openxmlformats.org/officeDocument/2006/relationships/hyperlink" Target="https://www.youtube.com/watch?v=KMFNNfGLIGg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126364" name="Title 1"/>
          <p:cNvSpPr>
            <a:spLocks noGrp="1"/>
          </p:cNvSpPr>
          <p:nvPr>
            <p:ph type="ctrTitle"/>
          </p:nvPr>
        </p:nvSpPr>
        <p:spPr bwMode="auto">
          <a:xfrm>
            <a:off x="1523997" y="2840166"/>
            <a:ext cx="9144000" cy="238759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Survey of Rural and Urban Road Identification</a:t>
            </a:r>
            <a:endParaRPr lang="en-GB" sz="6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GB" sz="6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via Satellite Imagery</a:t>
            </a:r>
            <a:endParaRPr lang="en-GB"/>
          </a:p>
        </p:txBody>
      </p:sp>
      <p:sp>
        <p:nvSpPr>
          <p:cNvPr id="617368235" name=""/>
          <p:cNvSpPr txBox="1"/>
          <p:nvPr/>
        </p:nvSpPr>
        <p:spPr bwMode="auto">
          <a:xfrm rot="0" flipH="0" flipV="0">
            <a:off x="27060" y="5929673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949816114" name=""/>
          <p:cNvSpPr txBox="1"/>
          <p:nvPr/>
        </p:nvSpPr>
        <p:spPr bwMode="auto">
          <a:xfrm rot="0" flipH="0" flipV="0">
            <a:off x="9372218" y="5929673"/>
            <a:ext cx="2698851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pt-PT"/>
              <a:t>Filipe Cavalheiro, Nº70119</a:t>
            </a:r>
            <a:endParaRPr lang="pt-PT"/>
          </a:p>
          <a:p>
            <a:pPr algn="r">
              <a:defRPr/>
            </a:pPr>
            <a:r>
              <a:rPr lang="pt-PT"/>
              <a:t>Diogo Novais, Nº70118</a:t>
            </a:r>
            <a:endParaRPr/>
          </a:p>
        </p:txBody>
      </p:sp>
      <p:sp>
        <p:nvSpPr>
          <p:cNvPr id="901455272" name="Slide Number Placeholder 1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5AB40AA-0616-3DB7-EC84-0FFB1D1150B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8111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 Gathering</a:t>
            </a:r>
            <a:endParaRPr/>
          </a:p>
        </p:txBody>
      </p:sp>
      <p:sp>
        <p:nvSpPr>
          <p:cNvPr id="1789446525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1088452627" name=""/>
          <p:cNvSpPr txBox="1"/>
          <p:nvPr/>
        </p:nvSpPr>
        <p:spPr bwMode="auto">
          <a:xfrm rot="0" flipH="0" flipV="0">
            <a:off x="1275607" y="182777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2187047" name=""/>
          <p:cNvSpPr txBox="1"/>
          <p:nvPr/>
        </p:nvSpPr>
        <p:spPr bwMode="auto">
          <a:xfrm rot="0" flipH="0" flipV="0">
            <a:off x="438952" y="1439698"/>
            <a:ext cx="4171125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Satellite and Aerial Imagery Sources</a:t>
            </a:r>
            <a:r>
              <a:rPr lang="pt-PT">
                <a:latin typeface="Arial"/>
                <a:cs typeface="Arial"/>
              </a:rPr>
              <a:t>:</a:t>
            </a:r>
            <a:endParaRPr lang="pt-PT"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IKONOS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QuickBird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Pleiades-1A/1B</a:t>
            </a:r>
            <a:endParaRPr sz="1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GeoEye</a:t>
            </a:r>
            <a:endParaRPr lang="pt-PT">
              <a:latin typeface="Arial"/>
              <a:cs typeface="Arial"/>
            </a:endParaRPr>
          </a:p>
          <a:p>
            <a:pPr>
              <a:defRPr/>
            </a:pPr>
            <a:endParaRPr sz="1800"/>
          </a:p>
        </p:txBody>
      </p:sp>
      <p:sp>
        <p:nvSpPr>
          <p:cNvPr id="247651146" name=""/>
          <p:cNvSpPr txBox="1"/>
          <p:nvPr/>
        </p:nvSpPr>
        <p:spPr bwMode="auto">
          <a:xfrm rot="0" flipH="0" flipV="0">
            <a:off x="588268" y="4155610"/>
            <a:ext cx="4197588" cy="91580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Freely Accessible Annotation Sources</a:t>
            </a:r>
            <a:r>
              <a:rPr lang="pt-PT"/>
              <a:t>:</a:t>
            </a:r>
            <a:endParaRPr lang="pt-PT"/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OpenStreetMap (OSM)</a:t>
            </a: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Google Earth </a:t>
            </a:r>
            <a:endParaRPr/>
          </a:p>
        </p:txBody>
      </p:sp>
      <p:sp>
        <p:nvSpPr>
          <p:cNvPr id="1139774098" name=""/>
          <p:cNvSpPr txBox="1"/>
          <p:nvPr/>
        </p:nvSpPr>
        <p:spPr bwMode="auto">
          <a:xfrm rot="0" flipH="0" flipV="0">
            <a:off x="8068356" y="2193889"/>
            <a:ext cx="2716410" cy="22863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Benchmark Datasets</a:t>
            </a:r>
            <a:r>
              <a:rPr lang="pt-P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</a:t>
            </a:r>
            <a:endParaRPr lang="pt-PT" sz="1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Massachusetts Roads</a:t>
            </a: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UAV-based Road</a:t>
            </a:r>
            <a:endParaRPr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TerraSAR-X Road</a:t>
            </a:r>
            <a:endParaRPr sz="1800"/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Abu Dhabi 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Conghua 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European Road </a:t>
            </a:r>
            <a:endParaRPr lang="en-GB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</a:t>
            </a:r>
            <a:r>
              <a:rPr lang="pt-PT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çã</a:t>
            </a: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</a:t>
            </a:r>
            <a:endParaRPr>
              <a:latin typeface="Arial"/>
              <a:cs typeface="Arial"/>
            </a:endParaRPr>
          </a:p>
        </p:txBody>
      </p:sp>
      <p:sp>
        <p:nvSpPr>
          <p:cNvPr id="1864475383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7EB17662-CC46-9EEA-E4F0-0BF1757EB7D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292833" name="Title 1"/>
          <p:cNvSpPr>
            <a:spLocks noGrp="1"/>
          </p:cNvSpPr>
          <p:nvPr>
            <p:ph type="title"/>
          </p:nvPr>
        </p:nvSpPr>
        <p:spPr bwMode="auto">
          <a:xfrm>
            <a:off x="2586385" y="889962"/>
            <a:ext cx="6750076" cy="856126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HEURISTIC METHODS</a:t>
            </a:r>
            <a:endParaRPr/>
          </a:p>
        </p:txBody>
      </p:sp>
      <p:sp>
        <p:nvSpPr>
          <p:cNvPr id="497949115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pic>
        <p:nvPicPr>
          <p:cNvPr id="1438958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15473" y="2383009"/>
            <a:ext cx="2362199" cy="2543175"/>
          </a:xfrm>
          <a:prstGeom prst="rect">
            <a:avLst/>
          </a:prstGeom>
        </p:spPr>
      </p:pic>
      <p:pic>
        <p:nvPicPr>
          <p:cNvPr id="191190994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738620" y="2330230"/>
            <a:ext cx="2445607" cy="2648731"/>
          </a:xfrm>
          <a:prstGeom prst="rect">
            <a:avLst/>
          </a:prstGeom>
        </p:spPr>
      </p:pic>
      <p:pic>
        <p:nvPicPr>
          <p:cNvPr id="187223305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244439" y="2330230"/>
            <a:ext cx="2525373" cy="2709646"/>
          </a:xfrm>
          <a:prstGeom prst="rect">
            <a:avLst/>
          </a:prstGeom>
        </p:spPr>
      </p:pic>
      <p:sp>
        <p:nvSpPr>
          <p:cNvPr id="1629750505" name=""/>
          <p:cNvSpPr/>
          <p:nvPr/>
        </p:nvSpPr>
        <p:spPr bwMode="auto">
          <a:xfrm flipH="0" flipV="0">
            <a:off x="225634" y="5281703"/>
            <a:ext cx="1042071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Red </a:t>
            </a: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Filter</a:t>
            </a:r>
            <a:endParaRPr>
              <a:latin typeface="Arial"/>
              <a:cs typeface="Arial"/>
            </a:endParaRPr>
          </a:p>
        </p:txBody>
      </p:sp>
      <p:sp>
        <p:nvSpPr>
          <p:cNvPr id="872766806" name=""/>
          <p:cNvSpPr/>
          <p:nvPr/>
        </p:nvSpPr>
        <p:spPr bwMode="auto">
          <a:xfrm flipH="0" flipV="0">
            <a:off x="1058897" y="5289322"/>
            <a:ext cx="194418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101418"/>
                </a:solidFill>
                <a:latin typeface="Arial"/>
                <a:ea typeface="Arial"/>
                <a:cs typeface="Arial"/>
              </a:rPr>
              <a:t>Connected</a:t>
            </a:r>
            <a:r>
              <a:rPr sz="1200" b="0" i="0" u="none">
                <a:solidFill>
                  <a:srgbClr val="101418"/>
                </a:solidFill>
                <a:latin typeface="Arial"/>
                <a:ea typeface="Arial"/>
                <a:cs typeface="Arial"/>
              </a:rPr>
              <a:t>-components</a:t>
            </a:r>
            <a:r>
              <a:rPr sz="1200" b="0" i="0" u="none">
                <a:solidFill>
                  <a:srgbClr val="101418"/>
                </a:solidFill>
                <a:latin typeface="Arial"/>
                <a:ea typeface="Arial"/>
                <a:cs typeface="Arial"/>
              </a:rPr>
              <a:t> </a:t>
            </a:r>
            <a:endParaRPr sz="1200"/>
          </a:p>
        </p:txBody>
      </p:sp>
      <p:sp>
        <p:nvSpPr>
          <p:cNvPr id="1263151554" name=""/>
          <p:cNvSpPr/>
          <p:nvPr/>
        </p:nvSpPr>
        <p:spPr bwMode="auto">
          <a:xfrm flipH="0" flipV="0">
            <a:off x="2755171" y="5289322"/>
            <a:ext cx="1030787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101418"/>
                </a:solidFill>
                <a:latin typeface="Arial"/>
                <a:ea typeface="Arial"/>
                <a:cs typeface="Arial"/>
              </a:rPr>
              <a:t>filter by size</a:t>
            </a:r>
            <a:endParaRPr sz="1200"/>
          </a:p>
        </p:txBody>
      </p:sp>
      <p:sp>
        <p:nvSpPr>
          <p:cNvPr id="1230465280" name=""/>
          <p:cNvSpPr/>
          <p:nvPr/>
        </p:nvSpPr>
        <p:spPr bwMode="auto">
          <a:xfrm flipH="0" flipV="0">
            <a:off x="3785959" y="5289322"/>
            <a:ext cx="1526609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101418"/>
                </a:solidFill>
                <a:latin typeface="Arial"/>
                <a:ea typeface="Arial"/>
                <a:cs typeface="Arial"/>
              </a:rPr>
              <a:t>component location</a:t>
            </a:r>
            <a:endParaRPr sz="1200"/>
          </a:p>
        </p:txBody>
      </p:sp>
      <p:sp>
        <p:nvSpPr>
          <p:cNvPr id="1540575671" name=""/>
          <p:cNvSpPr/>
          <p:nvPr/>
        </p:nvSpPr>
        <p:spPr bwMode="auto">
          <a:xfrm flipH="0" flipV="0">
            <a:off x="5312568" y="5304382"/>
            <a:ext cx="575189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Otsu</a:t>
            </a:r>
            <a:endParaRPr sz="1200"/>
          </a:p>
        </p:txBody>
      </p:sp>
      <p:sp>
        <p:nvSpPr>
          <p:cNvPr id="1111515353" name=""/>
          <p:cNvSpPr/>
          <p:nvPr/>
        </p:nvSpPr>
        <p:spPr bwMode="auto">
          <a:xfrm flipH="0" flipV="0">
            <a:off x="5830943" y="5304382"/>
            <a:ext cx="373777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Connected-components on the numbers</a:t>
            </a:r>
            <a:endParaRPr sz="1200"/>
          </a:p>
        </p:txBody>
      </p:sp>
      <p:sp>
        <p:nvSpPr>
          <p:cNvPr id="963889856" name=""/>
          <p:cNvSpPr/>
          <p:nvPr/>
        </p:nvSpPr>
        <p:spPr bwMode="auto">
          <a:xfrm flipH="0" flipV="0">
            <a:off x="8795031" y="5281703"/>
            <a:ext cx="155061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Image comparison</a:t>
            </a:r>
            <a:endParaRPr sz="1200"/>
          </a:p>
        </p:txBody>
      </p:sp>
      <p:sp>
        <p:nvSpPr>
          <p:cNvPr id="1571613475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625D058A-33A2-4846-741C-ECFF5EDA33F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978376" name="Title 1"/>
          <p:cNvSpPr>
            <a:spLocks noGrp="1"/>
          </p:cNvSpPr>
          <p:nvPr>
            <p:ph type="title"/>
          </p:nvPr>
        </p:nvSpPr>
        <p:spPr bwMode="auto">
          <a:xfrm>
            <a:off x="2586385" y="889962"/>
            <a:ext cx="6750076" cy="856126"/>
          </a:xfrm>
        </p:spPr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HEURISTIC METHODS</a:t>
            </a:r>
            <a:endParaRPr/>
          </a:p>
        </p:txBody>
      </p:sp>
      <p:sp>
        <p:nvSpPr>
          <p:cNvPr id="638533729" name=""/>
          <p:cNvSpPr txBox="1"/>
          <p:nvPr/>
        </p:nvSpPr>
        <p:spPr bwMode="auto">
          <a:xfrm rot="0" flipH="0" flipV="0">
            <a:off x="27058" y="5929671"/>
            <a:ext cx="2660004" cy="64043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pic>
        <p:nvPicPr>
          <p:cNvPr id="10024900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88514" y="1554517"/>
            <a:ext cx="8145816" cy="4740909"/>
          </a:xfrm>
          <a:prstGeom prst="rect">
            <a:avLst/>
          </a:prstGeom>
        </p:spPr>
      </p:pic>
      <p:sp>
        <p:nvSpPr>
          <p:cNvPr id="108623712" name=""/>
          <p:cNvSpPr/>
          <p:nvPr/>
        </p:nvSpPr>
        <p:spPr bwMode="auto">
          <a:xfrm flipH="0" flipV="0">
            <a:off x="4147440" y="6295428"/>
            <a:ext cx="8719888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integrated system for automatic road mapping from high-resolution multi-spectral satellite imagery by information fusion</a:t>
            </a:r>
            <a:r>
              <a:rPr/>
              <a:t> </a:t>
            </a:r>
            <a:r>
              <a:rPr sz="1200"/>
              <a:t>[2]</a:t>
            </a:r>
            <a:endParaRPr sz="1200"/>
          </a:p>
        </p:txBody>
      </p:sp>
      <p:sp>
        <p:nvSpPr>
          <p:cNvPr id="1128104404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735DE13D-884A-453D-AACF-D3D352DFAFE4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0844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622704" y="900717"/>
            <a:ext cx="6750077" cy="112012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DATA-DRIVEN METHODS</a:t>
            </a:r>
            <a:endParaRPr/>
          </a:p>
        </p:txBody>
      </p:sp>
      <p:sp>
        <p:nvSpPr>
          <p:cNvPr id="64246045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2188175"/>
            <a:ext cx="10972800" cy="3761103"/>
          </a:xfrm>
        </p:spPr>
        <p:txBody>
          <a:bodyPr/>
          <a:lstStyle/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Convolution Neural Networks (CNN)</a:t>
            </a:r>
            <a:endParaRPr/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Fully Convolutional Networks (FCN)</a:t>
            </a:r>
            <a:endParaRPr/>
          </a:p>
          <a:p>
            <a:pPr>
              <a:defRPr/>
            </a:pP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Deep Convolutional Encoder-Decoder (DCED)</a:t>
            </a:r>
            <a:endParaRPr/>
          </a:p>
          <a:p>
            <a:pPr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enerative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dversary 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</a:t>
            </a:r>
            <a:r>
              <a:rPr lang="pt-P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etwork (GAN)</a:t>
            </a:r>
            <a:endParaRPr/>
          </a:p>
        </p:txBody>
      </p:sp>
      <p:sp>
        <p:nvSpPr>
          <p:cNvPr id="521683744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625214119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05CC22F2-8BB1-8E96-2B61-033EB8741BD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66499" name="Title 1"/>
          <p:cNvSpPr>
            <a:spLocks noGrp="1"/>
          </p:cNvSpPr>
          <p:nvPr>
            <p:ph type="title"/>
          </p:nvPr>
        </p:nvSpPr>
        <p:spPr bwMode="auto">
          <a:xfrm>
            <a:off x="2676486" y="877091"/>
            <a:ext cx="6750076" cy="856126"/>
          </a:xfrm>
        </p:spPr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CNN Models</a:t>
            </a:r>
            <a:endParaRPr/>
          </a:p>
        </p:txBody>
      </p:sp>
      <p:pic>
        <p:nvPicPr>
          <p:cNvPr id="13412308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30890" y="1931095"/>
            <a:ext cx="9191624" cy="3990974"/>
          </a:xfrm>
          <a:prstGeom prst="rect">
            <a:avLst/>
          </a:prstGeom>
        </p:spPr>
      </p:pic>
      <p:sp>
        <p:nvSpPr>
          <p:cNvPr id="1713545969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234221956" name=""/>
          <p:cNvSpPr/>
          <p:nvPr/>
        </p:nvSpPr>
        <p:spPr bwMode="auto">
          <a:xfrm flipH="0" flipV="0">
            <a:off x="4776882" y="6360870"/>
            <a:ext cx="768339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Approaches Applied to Remote Sensing Datasets for Road Extraction: A State-Of-The-Art Review [10]</a:t>
            </a:r>
            <a:endParaRPr/>
          </a:p>
        </p:txBody>
      </p:sp>
      <p:sp>
        <p:nvSpPr>
          <p:cNvPr id="1530584126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19FED319-B8F0-20B6-F194-F637BDCCBB73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347010" name="Title 1"/>
          <p:cNvSpPr>
            <a:spLocks noGrp="1"/>
          </p:cNvSpPr>
          <p:nvPr>
            <p:ph type="title"/>
          </p:nvPr>
        </p:nvSpPr>
        <p:spPr bwMode="auto">
          <a:xfrm>
            <a:off x="2676485" y="877090"/>
            <a:ext cx="6750075" cy="856125"/>
          </a:xfrm>
        </p:spPr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CNN Models</a:t>
            </a:r>
            <a:endParaRPr/>
          </a:p>
        </p:txBody>
      </p:sp>
      <p:sp>
        <p:nvSpPr>
          <p:cNvPr id="215203140" name=""/>
          <p:cNvSpPr txBox="1"/>
          <p:nvPr/>
        </p:nvSpPr>
        <p:spPr bwMode="auto">
          <a:xfrm rot="0" flipH="0" flipV="0">
            <a:off x="27058" y="5929671"/>
            <a:ext cx="2660004" cy="64043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pic>
        <p:nvPicPr>
          <p:cNvPr id="8133653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65549" y="1600448"/>
            <a:ext cx="4885442" cy="3657102"/>
          </a:xfrm>
          <a:prstGeom prst="rect">
            <a:avLst/>
          </a:prstGeom>
        </p:spPr>
      </p:pic>
      <p:sp>
        <p:nvSpPr>
          <p:cNvPr id="1525504328" name=""/>
          <p:cNvSpPr/>
          <p:nvPr/>
        </p:nvSpPr>
        <p:spPr bwMode="auto">
          <a:xfrm>
            <a:off x="1852207" y="5257551"/>
            <a:ext cx="1648556" cy="2518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050" b="0" i="0" u="none">
                <a:solidFill>
                  <a:srgbClr val="6B6B6B"/>
                </a:solidFill>
                <a:latin typeface="Arial"/>
                <a:ea typeface="Arial"/>
                <a:cs typeface="Arial"/>
              </a:rPr>
              <a:t>Image of Class (Beach)</a:t>
            </a:r>
            <a:endParaRPr/>
          </a:p>
        </p:txBody>
      </p:sp>
      <p:pic>
        <p:nvPicPr>
          <p:cNvPr id="17700831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459649" y="1952624"/>
            <a:ext cx="3933824" cy="2952749"/>
          </a:xfrm>
          <a:prstGeom prst="rect">
            <a:avLst/>
          </a:prstGeom>
        </p:spPr>
      </p:pic>
      <p:sp>
        <p:nvSpPr>
          <p:cNvPr id="1328453116" name=""/>
          <p:cNvSpPr/>
          <p:nvPr/>
        </p:nvSpPr>
        <p:spPr bwMode="auto">
          <a:xfrm>
            <a:off x="8583759" y="4905374"/>
            <a:ext cx="1685604" cy="2518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050" b="0" i="0" u="none">
                <a:solidFill>
                  <a:srgbClr val="6B6B6B"/>
                </a:solidFill>
                <a:latin typeface="Arial"/>
                <a:ea typeface="Arial"/>
                <a:cs typeface="Arial"/>
              </a:rPr>
              <a:t>Image of Class (Sunset)</a:t>
            </a:r>
            <a:endParaRPr/>
          </a:p>
        </p:txBody>
      </p:sp>
      <p:sp>
        <p:nvSpPr>
          <p:cNvPr id="1114658758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BD1E1012-CC9A-06B1-A023-58DE06BC840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264395" name="Title 1"/>
          <p:cNvSpPr>
            <a:spLocks noGrp="1"/>
          </p:cNvSpPr>
          <p:nvPr>
            <p:ph type="title"/>
          </p:nvPr>
        </p:nvSpPr>
        <p:spPr bwMode="auto">
          <a:xfrm>
            <a:off x="2676486" y="915706"/>
            <a:ext cx="6750076" cy="856126"/>
          </a:xfrm>
        </p:spPr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FCN Models</a:t>
            </a:r>
            <a:endParaRPr/>
          </a:p>
        </p:txBody>
      </p:sp>
      <p:pic>
        <p:nvPicPr>
          <p:cNvPr id="5463982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09749" y="1604896"/>
            <a:ext cx="8572500" cy="4914900"/>
          </a:xfrm>
          <a:prstGeom prst="rect">
            <a:avLst/>
          </a:prstGeom>
        </p:spPr>
      </p:pic>
      <p:sp>
        <p:nvSpPr>
          <p:cNvPr id="972030711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548258084" name=""/>
          <p:cNvSpPr/>
          <p:nvPr/>
        </p:nvSpPr>
        <p:spPr bwMode="auto">
          <a:xfrm flipH="0" flipV="0">
            <a:off x="4776882" y="6360870"/>
            <a:ext cx="768339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Approaches Applied to Remote Sensing Datasets for Road Extraction: A State-Of-The-Art Review [10]</a:t>
            </a:r>
            <a:endParaRPr/>
          </a:p>
        </p:txBody>
      </p:sp>
      <p:sp>
        <p:nvSpPr>
          <p:cNvPr id="1534001083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E048ADC5-8E46-FC9D-2607-74749D829D0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3908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667991" y="851346"/>
            <a:ext cx="6750076" cy="7833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FCN </a:t>
            </a: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Models</a:t>
            </a:r>
            <a:endParaRPr/>
          </a:p>
        </p:txBody>
      </p:sp>
      <p:sp>
        <p:nvSpPr>
          <p:cNvPr id="1381604042" name=""/>
          <p:cNvSpPr txBox="1"/>
          <p:nvPr/>
        </p:nvSpPr>
        <p:spPr bwMode="auto">
          <a:xfrm rot="0" flipH="0" flipV="0">
            <a:off x="27058" y="5929671"/>
            <a:ext cx="2660004" cy="64043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pic>
        <p:nvPicPr>
          <p:cNvPr id="1634830990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1861908" y="1650129"/>
            <a:ext cx="8933130" cy="4279542"/>
          </a:xfrm>
          <a:prstGeom prst="rect">
            <a:avLst/>
          </a:prstGeom>
        </p:spPr>
      </p:pic>
      <p:sp>
        <p:nvSpPr>
          <p:cNvPr id="1396939597" name=""/>
          <p:cNvSpPr/>
          <p:nvPr/>
        </p:nvSpPr>
        <p:spPr bwMode="auto">
          <a:xfrm flipH="0" flipV="0">
            <a:off x="6825825" y="6112550"/>
            <a:ext cx="5363010" cy="4575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FCN-8s pretrained on Pascal-Context, used in farming environment. (1/2)</a:t>
            </a:r>
            <a:endParaRPr sz="1200" b="0" i="0" u="none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n-GB" sz="12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"/>
              </a:rPr>
              <a:t>https://www.youtube.com/watch?v=KMFNNfGLIGg</a:t>
            </a:r>
            <a:endParaRPr b="0">
              <a:solidFill>
                <a:schemeClr val="tx1"/>
              </a:solidFill>
            </a:endParaRPr>
          </a:p>
        </p:txBody>
      </p:sp>
      <p:sp>
        <p:nvSpPr>
          <p:cNvPr id="1837223704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5A06C892-B2BC-FC01-07C6-A1C04B36E834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0654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667992" y="851346"/>
            <a:ext cx="6750077" cy="78334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pt-PT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DCED</a:t>
            </a: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Models</a:t>
            </a:r>
            <a:endParaRPr/>
          </a:p>
        </p:txBody>
      </p:sp>
      <p:pic>
        <p:nvPicPr>
          <p:cNvPr id="4132407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667993" y="1690687"/>
            <a:ext cx="6856011" cy="4246090"/>
          </a:xfrm>
          <a:prstGeom prst="rect">
            <a:avLst/>
          </a:prstGeom>
        </p:spPr>
      </p:pic>
      <p:sp>
        <p:nvSpPr>
          <p:cNvPr id="1906576958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776515354" name=""/>
          <p:cNvSpPr/>
          <p:nvPr/>
        </p:nvSpPr>
        <p:spPr bwMode="auto">
          <a:xfrm flipH="0" flipV="0">
            <a:off x="4776882" y="6360870"/>
            <a:ext cx="7683395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Approaches Applied to Remote Sensing Datasets for Road Extraction: A State-Of-The-Art Review [10]</a:t>
            </a:r>
            <a:endParaRPr/>
          </a:p>
        </p:txBody>
      </p:sp>
      <p:sp>
        <p:nvSpPr>
          <p:cNvPr id="545410141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946B795E-394D-7E59-8EAA-F92606E756D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795995" name="Title 1"/>
          <p:cNvSpPr>
            <a:spLocks noGrp="1"/>
          </p:cNvSpPr>
          <p:nvPr>
            <p:ph type="title"/>
          </p:nvPr>
        </p:nvSpPr>
        <p:spPr bwMode="auto">
          <a:xfrm>
            <a:off x="2676486" y="864219"/>
            <a:ext cx="6750076" cy="856126"/>
          </a:xfrm>
        </p:spPr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GAN-Based Models</a:t>
            </a:r>
            <a:endParaRPr/>
          </a:p>
        </p:txBody>
      </p:sp>
      <p:pic>
        <p:nvPicPr>
          <p:cNvPr id="14783359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37626" y="2120290"/>
            <a:ext cx="9316747" cy="4240581"/>
          </a:xfrm>
          <a:prstGeom prst="rect">
            <a:avLst/>
          </a:prstGeom>
        </p:spPr>
      </p:pic>
      <p:sp>
        <p:nvSpPr>
          <p:cNvPr id="1396295483" name=""/>
          <p:cNvSpPr txBox="1"/>
          <p:nvPr/>
        </p:nvSpPr>
        <p:spPr bwMode="auto">
          <a:xfrm rot="0" flipH="0" flipV="0">
            <a:off x="27059" y="5929672"/>
            <a:ext cx="2660004" cy="6404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sp>
        <p:nvSpPr>
          <p:cNvPr id="268667988" name=""/>
          <p:cNvSpPr/>
          <p:nvPr/>
        </p:nvSpPr>
        <p:spPr bwMode="auto">
          <a:xfrm flipH="0" flipV="0">
            <a:off x="4776883" y="6360870"/>
            <a:ext cx="768303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Deep Learning Approaches Applied to Remote Sensing Datasets for Road Extraction: A State-Of-The-Art Review [10]</a:t>
            </a:r>
            <a:endParaRPr/>
          </a:p>
        </p:txBody>
      </p:sp>
      <p:sp>
        <p:nvSpPr>
          <p:cNvPr id="987393860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919EC5A2-1700-C35E-BC4D-CDCD949A23C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748275" name="Title 1"/>
          <p:cNvSpPr>
            <a:spLocks noGrp="1"/>
          </p:cNvSpPr>
          <p:nvPr>
            <p:ph type="title"/>
          </p:nvPr>
        </p:nvSpPr>
        <p:spPr bwMode="auto">
          <a:xfrm>
            <a:off x="2676485" y="864218"/>
            <a:ext cx="6750075" cy="856125"/>
          </a:xfrm>
        </p:spPr>
        <p:txBody>
          <a:bodyPr/>
          <a:lstStyle/>
          <a:p>
            <a:pPr>
              <a:defRPr/>
            </a:pPr>
            <a:r>
              <a:rPr lang="en-GB" sz="33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GAN-Based Models</a:t>
            </a:r>
            <a:endParaRPr/>
          </a:p>
        </p:txBody>
      </p:sp>
      <p:sp>
        <p:nvSpPr>
          <p:cNvPr id="331181384" name=""/>
          <p:cNvSpPr txBox="1"/>
          <p:nvPr/>
        </p:nvSpPr>
        <p:spPr bwMode="auto">
          <a:xfrm rot="0" flipH="0" flipV="0">
            <a:off x="27058" y="5929671"/>
            <a:ext cx="2660004" cy="64043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PT"/>
              <a:t>2/12/2025</a:t>
            </a:r>
            <a:endParaRPr/>
          </a:p>
          <a:p>
            <a:pPr>
              <a:defRPr/>
            </a:pPr>
            <a:r>
              <a:rPr lang="pt-PT"/>
              <a:t>DEEC\FCT\UNL - TAPDI</a:t>
            </a:r>
            <a:endParaRPr lang="pt-PT"/>
          </a:p>
        </p:txBody>
      </p:sp>
      <p:pic>
        <p:nvPicPr>
          <p:cNvPr id="15040706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4588" y="1720344"/>
            <a:ext cx="7188698" cy="2950819"/>
          </a:xfrm>
          <a:prstGeom prst="rect">
            <a:avLst/>
          </a:prstGeom>
        </p:spPr>
      </p:pic>
      <p:pic>
        <p:nvPicPr>
          <p:cNvPr id="11006835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448294" y="3793756"/>
            <a:ext cx="5739821" cy="2776354"/>
          </a:xfrm>
          <a:prstGeom prst="rect">
            <a:avLst/>
          </a:prstGeom>
        </p:spPr>
      </p:pic>
      <p:sp>
        <p:nvSpPr>
          <p:cNvPr id="1740121934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67623634-E19B-EF14-8B37-A5E75D24709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778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PT"/>
              <a:t>Error </a:t>
            </a:r>
            <a:r>
              <a:rPr lang="pt-PT"/>
              <a:t>Measurement Methods</a:t>
            </a:r>
            <a:endParaRPr/>
          </a:p>
        </p:txBody>
      </p:sp>
      <p:pic>
        <p:nvPicPr>
          <p:cNvPr id="1192970967" name=""/>
          <p:cNvPicPr>
            <a:picLocks noChangeAspect="1"/>
          </p:cNvPicPr>
          <p:nvPr/>
        </p:nvPicPr>
        <p:blipFill rotWithShape="1">
          <a:blip r:embed="rId3"/>
          <a:srcRect l="0" t="0" r="17506" b="0"/>
          <a:stretch/>
        </p:blipFill>
        <p:spPr bwMode="auto">
          <a:xfrm flipH="0" flipV="0">
            <a:off x="276753" y="1421341"/>
            <a:ext cx="3402308" cy="4238624"/>
          </a:xfrm>
          <a:prstGeom prst="rect">
            <a:avLst/>
          </a:prstGeom>
        </p:spPr>
      </p:pic>
      <p:pic>
        <p:nvPicPr>
          <p:cNvPr id="468662980" name=""/>
          <p:cNvPicPr>
            <a:picLocks noChangeAspect="1"/>
          </p:cNvPicPr>
          <p:nvPr/>
        </p:nvPicPr>
        <p:blipFill rotWithShape="1">
          <a:blip r:embed="rId4"/>
          <a:srcRect l="0" t="0" r="10218" b="0"/>
          <a:stretch/>
        </p:blipFill>
        <p:spPr bwMode="auto">
          <a:xfrm flipH="0" flipV="0">
            <a:off x="3883553" y="1421341"/>
            <a:ext cx="3711341" cy="4200525"/>
          </a:xfrm>
          <a:prstGeom prst="rect">
            <a:avLst/>
          </a:prstGeom>
        </p:spPr>
      </p:pic>
      <p:pic>
        <p:nvPicPr>
          <p:cNvPr id="2102913142" name=""/>
          <p:cNvPicPr>
            <a:picLocks noChangeAspect="1"/>
          </p:cNvPicPr>
          <p:nvPr/>
        </p:nvPicPr>
        <p:blipFill rotWithShape="1">
          <a:blip r:embed="rId5"/>
          <a:srcRect l="0" t="0" r="2373" b="39545"/>
          <a:stretch/>
        </p:blipFill>
        <p:spPr bwMode="auto">
          <a:xfrm flipH="0" flipV="0">
            <a:off x="7594895" y="3048322"/>
            <a:ext cx="4463503" cy="984662"/>
          </a:xfrm>
          <a:prstGeom prst="rect">
            <a:avLst/>
          </a:prstGeom>
        </p:spPr>
      </p:pic>
      <p:pic>
        <p:nvPicPr>
          <p:cNvPr id="835597172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1486719" y="2825505"/>
            <a:ext cx="847724" cy="958715"/>
          </a:xfrm>
          <a:prstGeom prst="rect">
            <a:avLst/>
          </a:prstGeom>
        </p:spPr>
      </p:pic>
      <p:pic>
        <p:nvPicPr>
          <p:cNvPr id="75193795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0309346" y="4087090"/>
            <a:ext cx="847724" cy="958714"/>
          </a:xfrm>
          <a:prstGeom prst="rect">
            <a:avLst/>
          </a:prstGeom>
        </p:spPr>
      </p:pic>
      <p:sp>
        <p:nvSpPr>
          <p:cNvPr id="2004608138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A0B9C187-0B7A-9BE9-0F91-63BD8625BBD0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482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838437" y="1362603"/>
            <a:ext cx="2486709" cy="119062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/>
              <a:t>Results</a:t>
            </a:r>
            <a:endParaRPr/>
          </a:p>
        </p:txBody>
      </p:sp>
      <p:pic>
        <p:nvPicPr>
          <p:cNvPr id="10432143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3160" y="0"/>
            <a:ext cx="8555658" cy="3429000"/>
          </a:xfrm>
          <a:prstGeom prst="rect">
            <a:avLst/>
          </a:prstGeom>
        </p:spPr>
      </p:pic>
      <p:pic>
        <p:nvPicPr>
          <p:cNvPr id="19119597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274668" y="3429000"/>
            <a:ext cx="7901412" cy="3445165"/>
          </a:xfrm>
          <a:prstGeom prst="rect">
            <a:avLst/>
          </a:prstGeom>
        </p:spPr>
      </p:pic>
      <p:sp>
        <p:nvSpPr>
          <p:cNvPr id="554476479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7FD2DEF3-138D-35C2-971D-3CEF2AFF68D6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523610" name="Title 1"/>
          <p:cNvSpPr>
            <a:spLocks noGrp="1"/>
          </p:cNvSpPr>
          <p:nvPr>
            <p:ph type="title"/>
          </p:nvPr>
        </p:nvSpPr>
        <p:spPr bwMode="auto">
          <a:xfrm>
            <a:off x="2676487" y="895327"/>
            <a:ext cx="6750077" cy="856127"/>
          </a:xfrm>
        </p:spPr>
        <p:txBody>
          <a:bodyPr/>
          <a:lstStyle/>
          <a:p>
            <a:pPr>
              <a:defRPr/>
            </a:pPr>
            <a:r>
              <a:rPr lang="pt-PT"/>
              <a:t>Results</a:t>
            </a:r>
            <a:endParaRPr/>
          </a:p>
        </p:txBody>
      </p:sp>
      <p:pic>
        <p:nvPicPr>
          <p:cNvPr id="15642196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1178" y="1683184"/>
            <a:ext cx="11760694" cy="4713537"/>
          </a:xfrm>
          <a:prstGeom prst="rect">
            <a:avLst/>
          </a:prstGeom>
        </p:spPr>
      </p:pic>
      <p:sp>
        <p:nvSpPr>
          <p:cNvPr id="1901720183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B17E592C-1673-3DD1-1D73-410B1A13B1D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06537" name="Title 1"/>
          <p:cNvSpPr>
            <a:spLocks noGrp="1"/>
          </p:cNvSpPr>
          <p:nvPr>
            <p:ph type="title"/>
          </p:nvPr>
        </p:nvSpPr>
        <p:spPr bwMode="auto">
          <a:xfrm>
            <a:off x="2720959" y="895327"/>
            <a:ext cx="6750077" cy="856127"/>
          </a:xfrm>
        </p:spPr>
        <p:txBody>
          <a:bodyPr/>
          <a:lstStyle/>
          <a:p>
            <a:pPr>
              <a:defRPr/>
            </a:pPr>
            <a:r>
              <a:rPr lang="pt-PT"/>
              <a:t>Results</a:t>
            </a:r>
            <a:endParaRPr/>
          </a:p>
        </p:txBody>
      </p:sp>
      <p:pic>
        <p:nvPicPr>
          <p:cNvPr id="6462892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5972" y="1751454"/>
            <a:ext cx="10780048" cy="4700305"/>
          </a:xfrm>
          <a:prstGeom prst="rect">
            <a:avLst/>
          </a:prstGeom>
        </p:spPr>
      </p:pic>
      <p:sp>
        <p:nvSpPr>
          <p:cNvPr id="957419849" name="Slide Number Placeholder 17"/>
          <p:cNvSpPr>
            <a:spLocks noGrp="1"/>
          </p:cNvSpPr>
          <p:nvPr>
            <p:ph type="sldNum" sz="quarter" idx="12"/>
          </p:nvPr>
        </p:nvSpPr>
        <p:spPr bwMode="auto">
          <a:xfrm>
            <a:off x="5190394" y="6132834"/>
            <a:ext cx="952633" cy="365124"/>
          </a:xfrm>
        </p:spPr>
        <p:txBody>
          <a:bodyPr/>
          <a:lstStyle/>
          <a:p>
            <a:pPr>
              <a:defRPr/>
            </a:pPr>
            <a:fld id="{27B6A26C-3A82-86B2-545D-CCDA7C885F76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asic">
  <a:themeElements>
    <a:clrScheme name="Color">
      <a:dk1>
        <a:srgbClr val="0F243E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Basic">
  <a:themeElements>
    <a:clrScheme name="Color">
      <a:dk1>
        <a:srgbClr val="0F243E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FE19FF"/>
      </a:accent2>
      <a:accent3>
        <a:srgbClr val="00B050"/>
      </a:accent3>
      <a:accent4>
        <a:srgbClr val="FF0000"/>
      </a:accent4>
      <a:accent5>
        <a:srgbClr val="4BACC6"/>
      </a:accent5>
      <a:accent6>
        <a:srgbClr val="FFFF00"/>
      </a:accent6>
      <a:hlink>
        <a:srgbClr val="548DD4"/>
      </a:hlink>
      <a:folHlink>
        <a:srgbClr val="FE19FF"/>
      </a:folHlink>
    </a:clrScheme>
    <a:fontScheme name="Classic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modified xsi:type="dcterms:W3CDTF">2025-12-02T18:54:33Z</dcterms:modified>
</cp:coreProperties>
</file>