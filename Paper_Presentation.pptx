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8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  <p:sldMasterId id="2147483660" r:id="rId2"/>
  </p:sldMasterIdLst>
  <p:notesMasterIdLst>
    <p:notesMasterId r:id="rId2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defaultTextStyle>
    <a:defPPr>
      <a:defRPr lang="en-GB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theme" Target="theme/theme1.xml"/><Relationship Id="rId4" Type="http://schemas.openxmlformats.org/officeDocument/2006/relationships/theme" Target="theme/theme2.xml"/><Relationship Id="rId5" Type="http://schemas.openxmlformats.org/officeDocument/2006/relationships/theme" Target="theme/theme3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64770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78241406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GB"/>
              <a:t>10/30/2013</a:t>
            </a:fld>
            <a:endParaRPr lang="en-GB"/>
          </a:p>
        </p:txBody>
      </p:sp>
      <p:sp>
        <p:nvSpPr>
          <p:cNvPr id="138156369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GB"/>
          </a:p>
        </p:txBody>
      </p:sp>
      <p:sp>
        <p:nvSpPr>
          <p:cNvPr id="90412916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GB"/>
          </a:p>
        </p:txBody>
      </p:sp>
      <p:sp>
        <p:nvSpPr>
          <p:cNvPr id="192077902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3318369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7806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4717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GB">
              <a:latin typeface="Arial"/>
              <a:cs typeface="Arial"/>
            </a:endParaRPr>
          </a:p>
        </p:txBody>
      </p:sp>
      <p:sp>
        <p:nvSpPr>
          <p:cNvPr id="19336560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GB"/>
              <a:t>1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46816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9769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486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27BCCA-E3C1-71C5-A1C4-F1D7DC88B2D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8258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4700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34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DE2519-8783-F70E-DBF3-90755C61884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89403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75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38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EEE8B3-0BC5-DC03-DC50-8CA081818AA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37688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40943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629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57D7169-83B7-DAEE-901A-77095F0093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3018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03860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8188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5B8F3E2-2A67-75D2-2551-2209C55397C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24636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2698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3863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DC2718-6669-54C0-C8B0-55FEC397649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7433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695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8349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25720C5-B90A-ECEC-25B2-C2B5980F4F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49069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146944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4003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A8E283-2BF5-EAC5-AEEA-D20448F4A1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1876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6109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7368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2F8A38-3197-84E2-41F8-800D35B7461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60626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4186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9081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E1277E-B386-2D1C-07DD-B512FE8546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70595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83780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631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3616E4-51A7-3293-9D8F-E65667A5F1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86746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30721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73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D38BC4-C35B-5B13-4107-52AA3E57567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131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50398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3201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4DCAD6-CC46-D072-C7F3-848636E3B32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17624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28648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419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B5CBB-72E1-AB4D-9C81-07AC9177987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8412078" name="Title 1"/>
          <p:cNvSpPr>
            <a:spLocks noGrp="1"/>
          </p:cNvSpPr>
          <p:nvPr userDrawn="1">
            <p:ph type="ctrTitle"/>
          </p:nvPr>
        </p:nvSpPr>
        <p:spPr bwMode="auto">
          <a:xfrm>
            <a:off x="1070367" y="3140967"/>
            <a:ext cx="9994346" cy="1152127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38807460" name="Subtitle 2"/>
          <p:cNvSpPr>
            <a:spLocks noGrp="1"/>
          </p:cNvSpPr>
          <p:nvPr userDrawn="1">
            <p:ph type="subTitle" idx="1"/>
          </p:nvPr>
        </p:nvSpPr>
        <p:spPr bwMode="auto">
          <a:xfrm>
            <a:off x="2043473" y="4437111"/>
            <a:ext cx="8081653" cy="1008111"/>
          </a:xfrm>
        </p:spPr>
        <p:txBody>
          <a:bodyPr>
            <a:normAutofit/>
          </a:bodyPr>
          <a:lstStyle>
            <a:lvl1pPr marL="0" indent="0" algn="ctr">
              <a:buNone/>
              <a:defRPr sz="2800" b="1">
                <a:solidFill>
                  <a:schemeClr val="tx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290935884" name="Date Placeholder 1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555374277" name="Footer Placeholder 1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399186" name="Slide Number Placeholder 17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  <p:grpSp>
        <p:nvGrpSpPr>
          <p:cNvPr id="91513193" name="Group 312"/>
          <p:cNvGrpSpPr/>
          <p:nvPr userDrawn="1"/>
        </p:nvGrpSpPr>
        <p:grpSpPr bwMode="auto">
          <a:xfrm>
            <a:off x="-22006" y="-7442"/>
            <a:ext cx="12214008" cy="1742779"/>
            <a:chOff x="5534481" y="2204917"/>
            <a:chExt cx="5756459" cy="1155514"/>
          </a:xfrm>
        </p:grpSpPr>
        <p:grpSp>
          <p:nvGrpSpPr>
            <p:cNvPr id="383" name="Group 382"/>
            <p:cNvGrpSpPr/>
            <p:nvPr userDrawn="1"/>
          </p:nvGrpSpPr>
          <p:grpSpPr bwMode="auto">
            <a:xfrm>
              <a:off x="10137289" y="2208431"/>
              <a:ext cx="1153652" cy="1152000"/>
              <a:chOff x="8985289" y="2208431"/>
              <a:chExt cx="1153652" cy="1152000"/>
            </a:xfrm>
          </p:grpSpPr>
          <p:sp>
            <p:nvSpPr>
              <p:cNvPr id="432" name="Rectangle 431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433" name="Group 432"/>
              <p:cNvGrpSpPr/>
              <p:nvPr userDrawn="1"/>
            </p:nvGrpSpPr>
            <p:grpSpPr bwMode="auto">
              <a:xfrm>
                <a:off x="8985289" y="2208431"/>
                <a:ext cx="1153652" cy="1152000"/>
                <a:chOff x="8985289" y="2208431"/>
                <a:chExt cx="1153652" cy="1152000"/>
              </a:xfrm>
            </p:grpSpPr>
            <p:sp>
              <p:nvSpPr>
                <p:cNvPr id="434" name="Rectangle 433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435" name="Rectangle 434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436" name="Rectangle 435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437" name="Rectangle 436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438" name="Rectangle 437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39" name="Rectangle 438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40" name="Rectangle 439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441" name="Rectangle 440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42" name="Rectangle 441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4" name="Group 383"/>
            <p:cNvGrpSpPr/>
            <p:nvPr userDrawn="1"/>
          </p:nvGrpSpPr>
          <p:grpSpPr bwMode="auto">
            <a:xfrm>
              <a:off x="8985885" y="2204917"/>
              <a:ext cx="1153056" cy="1152000"/>
              <a:chOff x="8985885" y="2208431"/>
              <a:chExt cx="1153056" cy="1152000"/>
            </a:xfrm>
          </p:grpSpPr>
          <p:sp>
            <p:nvSpPr>
              <p:cNvPr id="421" name="Rectangle 420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422" name="Group 421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423" name="Rectangle 422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424" name="Rectangle 423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425" name="Rectangle 424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26" name="Rectangle 425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427" name="Rectangle 426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28" name="Rectangle 427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29" name="Rectangle 428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430" name="Rectangle 429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431" name="Rectangle 430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5" name="Group 384"/>
            <p:cNvGrpSpPr/>
            <p:nvPr userDrawn="1"/>
          </p:nvGrpSpPr>
          <p:grpSpPr bwMode="auto">
            <a:xfrm>
              <a:off x="7832827" y="2208431"/>
              <a:ext cx="1156531" cy="1152000"/>
              <a:chOff x="8985885" y="2208431"/>
              <a:chExt cx="1156531" cy="1152000"/>
            </a:xfrm>
          </p:grpSpPr>
          <p:sp>
            <p:nvSpPr>
              <p:cNvPr id="410" name="Rectangle 409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411" name="Group 410"/>
              <p:cNvGrpSpPr/>
              <p:nvPr userDrawn="1"/>
            </p:nvGrpSpPr>
            <p:grpSpPr bwMode="auto">
              <a:xfrm>
                <a:off x="8988763" y="2208431"/>
                <a:ext cx="1153652" cy="1152000"/>
                <a:chOff x="8988763" y="2208431"/>
                <a:chExt cx="1153652" cy="1152000"/>
              </a:xfrm>
            </p:grpSpPr>
            <p:sp>
              <p:nvSpPr>
                <p:cNvPr id="412" name="Rectangle 411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413" name="Rectangle 412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414" name="Rectangle 413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415" name="Rectangle 414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416" name="Rectangle 415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17" name="Rectangle 416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418" name="Rectangle 417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19" name="Rectangle 418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20" name="Rectangle 419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6" name="Group 385"/>
            <p:cNvGrpSpPr/>
            <p:nvPr userDrawn="1"/>
          </p:nvGrpSpPr>
          <p:grpSpPr bwMode="auto">
            <a:xfrm>
              <a:off x="6683297" y="2204917"/>
              <a:ext cx="1153056" cy="1152000"/>
              <a:chOff x="8985885" y="2208431"/>
              <a:chExt cx="1153056" cy="1152000"/>
            </a:xfrm>
          </p:grpSpPr>
          <p:sp>
            <p:nvSpPr>
              <p:cNvPr id="399" name="Rectangle 398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400" name="Group 399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401" name="Rectangle 400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402" name="Rectangle 401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403" name="Rectangle 402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404" name="Rectangle 403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405" name="Rectangle 404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06" name="Rectangle 405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07" name="Rectangle 406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408" name="Rectangle 407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409" name="Rectangle 408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7" name="Group 386"/>
            <p:cNvGrpSpPr/>
            <p:nvPr userDrawn="1"/>
          </p:nvGrpSpPr>
          <p:grpSpPr bwMode="auto">
            <a:xfrm>
              <a:off x="5534481" y="2204917"/>
              <a:ext cx="1153056" cy="1152000"/>
              <a:chOff x="8985885" y="2208431"/>
              <a:chExt cx="1153056" cy="1152000"/>
            </a:xfrm>
          </p:grpSpPr>
          <p:sp>
            <p:nvSpPr>
              <p:cNvPr id="388" name="Rectangle 38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389" name="Group 388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390" name="Rectangle 38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>
                  <a:noFill/>
                </a:ln>
              </p:spPr>
            </p:sp>
            <p:sp>
              <p:nvSpPr>
                <p:cNvPr id="391" name="Rectangle 39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>
                  <a:noFill/>
                </a:ln>
              </p:spPr>
            </p:sp>
            <p:sp>
              <p:nvSpPr>
                <p:cNvPr id="392" name="Rectangle 39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5999"/>
                  </a:schemeClr>
                </a:solidFill>
                <a:ln>
                  <a:noFill/>
                </a:ln>
              </p:spPr>
            </p:sp>
            <p:sp>
              <p:nvSpPr>
                <p:cNvPr id="393" name="Rectangle 39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394" name="Rectangle 39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>
                  <a:noFill/>
                </a:ln>
              </p:spPr>
            </p:sp>
            <p:sp>
              <p:nvSpPr>
                <p:cNvPr id="395" name="Rectangle 39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6998"/>
                  </a:schemeClr>
                </a:solidFill>
                <a:ln>
                  <a:noFill/>
                </a:ln>
              </p:spPr>
            </p:sp>
            <p:sp>
              <p:nvSpPr>
                <p:cNvPr id="396" name="Rectangle 39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>
                  <a:noFill/>
                </a:ln>
              </p:spPr>
            </p:sp>
            <p:sp>
              <p:nvSpPr>
                <p:cNvPr id="397" name="Rectangle 39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398" name="Rectangle 397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>
                  <a:noFill/>
                </a:ln>
              </p:spPr>
            </p:sp>
          </p:grpSp>
        </p:grpSp>
      </p:grpSp>
      <p:grpSp>
        <p:nvGrpSpPr>
          <p:cNvPr id="94767174" name="Group 4"/>
          <p:cNvGrpSpPr/>
          <p:nvPr userDrawn="1"/>
        </p:nvGrpSpPr>
        <p:grpSpPr bwMode="auto">
          <a:xfrm>
            <a:off x="1" y="6597351"/>
            <a:ext cx="12191998" cy="290795"/>
            <a:chOff x="-22006" y="8796469"/>
            <a:chExt cx="6520455" cy="387727"/>
          </a:xfrm>
        </p:grpSpPr>
        <p:sp>
          <p:nvSpPr>
            <p:cNvPr id="464" name="Rectangle 463"/>
            <p:cNvSpPr/>
            <p:nvPr userDrawn="1"/>
          </p:nvSpPr>
          <p:spPr bwMode="auto">
            <a:xfrm>
              <a:off x="5345391" y="8799984"/>
              <a:ext cx="1152000" cy="38048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65" name="Rectangle 464"/>
            <p:cNvSpPr/>
            <p:nvPr userDrawn="1"/>
          </p:nvSpPr>
          <p:spPr bwMode="auto">
            <a:xfrm>
              <a:off x="5349327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22000"/>
              </a:schemeClr>
            </a:solidFill>
            <a:ln>
              <a:noFill/>
            </a:ln>
          </p:spPr>
        </p:sp>
        <p:sp>
          <p:nvSpPr>
            <p:cNvPr id="466" name="Rectangle 465"/>
            <p:cNvSpPr/>
            <p:nvPr userDrawn="1"/>
          </p:nvSpPr>
          <p:spPr bwMode="auto">
            <a:xfrm>
              <a:off x="5731505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67" name="Rectangle 466"/>
            <p:cNvSpPr/>
            <p:nvPr userDrawn="1"/>
          </p:nvSpPr>
          <p:spPr bwMode="auto">
            <a:xfrm>
              <a:off x="6114449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  <p:sp>
          <p:nvSpPr>
            <p:cNvPr id="468" name="Rectangle 467"/>
            <p:cNvSpPr/>
            <p:nvPr userDrawn="1"/>
          </p:nvSpPr>
          <p:spPr bwMode="auto">
            <a:xfrm>
              <a:off x="4193391" y="8796469"/>
              <a:ext cx="1152000" cy="38048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69" name="Rectangle 468"/>
            <p:cNvSpPr/>
            <p:nvPr userDrawn="1"/>
          </p:nvSpPr>
          <p:spPr bwMode="auto">
            <a:xfrm>
              <a:off x="4197327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2000"/>
              </a:schemeClr>
            </a:solidFill>
            <a:ln>
              <a:noFill/>
            </a:ln>
          </p:spPr>
        </p:sp>
        <p:sp>
          <p:nvSpPr>
            <p:cNvPr id="470" name="Rectangle 469"/>
            <p:cNvSpPr/>
            <p:nvPr userDrawn="1"/>
          </p:nvSpPr>
          <p:spPr bwMode="auto">
            <a:xfrm>
              <a:off x="4579506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0"/>
              </a:schemeClr>
            </a:solidFill>
            <a:ln>
              <a:noFill/>
            </a:ln>
          </p:spPr>
        </p:sp>
        <p:sp>
          <p:nvSpPr>
            <p:cNvPr id="471" name="Rectangle 470"/>
            <p:cNvSpPr/>
            <p:nvPr userDrawn="1"/>
          </p:nvSpPr>
          <p:spPr bwMode="auto">
            <a:xfrm>
              <a:off x="4962449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>
              <a:noFill/>
            </a:ln>
          </p:spPr>
        </p:sp>
        <p:sp>
          <p:nvSpPr>
            <p:cNvPr id="472" name="Rectangle 471"/>
            <p:cNvSpPr/>
            <p:nvPr userDrawn="1"/>
          </p:nvSpPr>
          <p:spPr bwMode="auto">
            <a:xfrm>
              <a:off x="3040334" y="8799984"/>
              <a:ext cx="1152000" cy="380485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73" name="Rectangle 472"/>
            <p:cNvSpPr/>
            <p:nvPr userDrawn="1"/>
          </p:nvSpPr>
          <p:spPr bwMode="auto">
            <a:xfrm>
              <a:off x="3044270" y="8799984"/>
              <a:ext cx="383999" cy="383999"/>
            </a:xfrm>
            <a:prstGeom prst="rect">
              <a:avLst/>
            </a:prstGeom>
            <a:solidFill>
              <a:schemeClr val="accent2">
                <a:lumMod val="75000"/>
                <a:alpha val="46000"/>
              </a:schemeClr>
            </a:solidFill>
            <a:ln>
              <a:noFill/>
            </a:ln>
          </p:spPr>
        </p:sp>
        <p:sp>
          <p:nvSpPr>
            <p:cNvPr id="474" name="Rectangle 473"/>
            <p:cNvSpPr/>
            <p:nvPr userDrawn="1"/>
          </p:nvSpPr>
          <p:spPr bwMode="auto">
            <a:xfrm>
              <a:off x="3426449" y="8799984"/>
              <a:ext cx="383999" cy="383999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30000"/>
              </a:schemeClr>
            </a:solidFill>
            <a:ln>
              <a:noFill/>
            </a:ln>
          </p:spPr>
        </p:sp>
        <p:sp>
          <p:nvSpPr>
            <p:cNvPr id="475" name="Rectangle 474"/>
            <p:cNvSpPr/>
            <p:nvPr userDrawn="1"/>
          </p:nvSpPr>
          <p:spPr bwMode="auto">
            <a:xfrm>
              <a:off x="3809391" y="8799984"/>
              <a:ext cx="383999" cy="383999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76000"/>
              </a:schemeClr>
            </a:solidFill>
            <a:ln>
              <a:noFill/>
            </a:ln>
          </p:spPr>
        </p:sp>
        <p:sp>
          <p:nvSpPr>
            <p:cNvPr id="476" name="Rectangle 475"/>
            <p:cNvSpPr/>
            <p:nvPr userDrawn="1"/>
          </p:nvSpPr>
          <p:spPr bwMode="auto">
            <a:xfrm>
              <a:off x="1890803" y="8796469"/>
              <a:ext cx="1152000" cy="38048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477" name="Rectangle 476"/>
            <p:cNvSpPr/>
            <p:nvPr userDrawn="1"/>
          </p:nvSpPr>
          <p:spPr bwMode="auto">
            <a:xfrm>
              <a:off x="1894739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35000"/>
              </a:schemeClr>
            </a:solidFill>
            <a:ln>
              <a:noFill/>
            </a:ln>
          </p:spPr>
        </p:sp>
        <p:sp>
          <p:nvSpPr>
            <p:cNvPr id="478" name="Rectangle 477"/>
            <p:cNvSpPr/>
            <p:nvPr userDrawn="1"/>
          </p:nvSpPr>
          <p:spPr bwMode="auto">
            <a:xfrm>
              <a:off x="2276918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79" name="Rectangle 478"/>
            <p:cNvSpPr/>
            <p:nvPr userDrawn="1"/>
          </p:nvSpPr>
          <p:spPr bwMode="auto">
            <a:xfrm>
              <a:off x="2659861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  <p:sp>
          <p:nvSpPr>
            <p:cNvPr id="480" name="Rectangle 479"/>
            <p:cNvSpPr/>
            <p:nvPr userDrawn="1"/>
          </p:nvSpPr>
          <p:spPr bwMode="auto">
            <a:xfrm>
              <a:off x="741989" y="8796469"/>
              <a:ext cx="1152000" cy="383999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81" name="Rectangle 480"/>
            <p:cNvSpPr/>
            <p:nvPr userDrawn="1"/>
          </p:nvSpPr>
          <p:spPr bwMode="auto">
            <a:xfrm>
              <a:off x="745925" y="8796469"/>
              <a:ext cx="383999" cy="38399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3999"/>
              </a:schemeClr>
            </a:solidFill>
            <a:ln>
              <a:noFill/>
            </a:ln>
          </p:spPr>
        </p:sp>
        <p:sp>
          <p:nvSpPr>
            <p:cNvPr id="482" name="Rectangle 481"/>
            <p:cNvSpPr/>
            <p:nvPr userDrawn="1"/>
          </p:nvSpPr>
          <p:spPr bwMode="auto">
            <a:xfrm>
              <a:off x="1128103" y="8796469"/>
              <a:ext cx="383999" cy="38399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23000"/>
              </a:schemeClr>
            </a:solidFill>
            <a:ln>
              <a:noFill/>
            </a:ln>
          </p:spPr>
        </p:sp>
        <p:sp>
          <p:nvSpPr>
            <p:cNvPr id="483" name="Rectangle 482"/>
            <p:cNvSpPr/>
            <p:nvPr userDrawn="1"/>
          </p:nvSpPr>
          <p:spPr bwMode="auto">
            <a:xfrm>
              <a:off x="1511046" y="8796469"/>
              <a:ext cx="383999" cy="38399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6998"/>
              </a:schemeClr>
            </a:solidFill>
            <a:ln>
              <a:noFill/>
            </a:ln>
          </p:spPr>
        </p:sp>
        <p:sp>
          <p:nvSpPr>
            <p:cNvPr id="484" name="Rectangle 483"/>
            <p:cNvSpPr/>
            <p:nvPr userDrawn="1"/>
          </p:nvSpPr>
          <p:spPr bwMode="auto">
            <a:xfrm>
              <a:off x="-22006" y="8800197"/>
              <a:ext cx="770417" cy="38027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85" name="Rectangle 484"/>
            <p:cNvSpPr/>
            <p:nvPr userDrawn="1"/>
          </p:nvSpPr>
          <p:spPr bwMode="auto">
            <a:xfrm>
              <a:off x="-17473" y="8800197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86" name="Rectangle 485"/>
            <p:cNvSpPr/>
            <p:nvPr userDrawn="1"/>
          </p:nvSpPr>
          <p:spPr bwMode="auto">
            <a:xfrm>
              <a:off x="365469" y="8800197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725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4232982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32691375" name="Date Placeholder 14"/>
          <p:cNvSpPr>
            <a:spLocks noGrp="1"/>
          </p:cNvSpPr>
          <p:nvPr>
            <p:ph type="dt" sz="half" idx="10"/>
          </p:nvPr>
        </p:nvSpPr>
        <p:spPr bwMode="auto">
          <a:xfrm>
            <a:off x="607261" y="6109507"/>
            <a:ext cx="2844798" cy="365125"/>
          </a:xfrm>
        </p:spPr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328512230" name="Footer Placeholder 15"/>
          <p:cNvSpPr>
            <a:spLocks noGrp="1"/>
          </p:cNvSpPr>
          <p:nvPr>
            <p:ph type="ftr" sz="quarter" idx="11"/>
          </p:nvPr>
        </p:nvSpPr>
        <p:spPr bwMode="auto">
          <a:xfrm>
            <a:off x="7758885" y="6132835"/>
            <a:ext cx="3860799" cy="365125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685321" name="Slide Number Placeholder 17"/>
          <p:cNvSpPr>
            <a:spLocks noGrp="1"/>
          </p:cNvSpPr>
          <p:nvPr>
            <p:ph type="sldNum" sz="quarter" idx="12"/>
          </p:nvPr>
        </p:nvSpPr>
        <p:spPr bwMode="auto">
          <a:xfrm>
            <a:off x="5190395" y="6132835"/>
            <a:ext cx="952634" cy="365125"/>
          </a:xfrm>
        </p:spPr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3974805" name="Title 1"/>
          <p:cNvSpPr>
            <a:spLocks noGrp="1"/>
          </p:cNvSpPr>
          <p:nvPr>
            <p:ph type="title"/>
          </p:nvPr>
        </p:nvSpPr>
        <p:spPr bwMode="auto">
          <a:xfrm>
            <a:off x="623391" y="980729"/>
            <a:ext cx="10945215" cy="1002034"/>
          </a:xfrm>
          <a:prstGeom prst="rect">
            <a:avLst/>
          </a:prstGeom>
          <a:noFill/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1015174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23391" y="2060847"/>
            <a:ext cx="10945215" cy="3960439"/>
          </a:xfrm>
        </p:spPr>
        <p:txBody>
          <a:bodyPr anchor="t" anchorCtr="0"/>
          <a:lstStyle>
            <a:lvl1pPr marL="0" indent="0">
              <a:buNone/>
              <a:defRPr sz="20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5179441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26111884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13865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89013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423317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6015707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423317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90076212" name="Date Placeholder 7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644076247" name="Footer Placeholder 8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09559" name="Slide Number Placeholder 9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  <p:sp>
        <p:nvSpPr>
          <p:cNvPr id="1729905565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2143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412775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0951729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052538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2895196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68" y="1412775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62949940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68" y="2052538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80617728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202664015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813057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  <p:sp>
        <p:nvSpPr>
          <p:cNvPr id="1020491531" name="Title 1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19790" name="Title 8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09746447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582285125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490137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6555140" name="Date Placeholder 18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068565943" name="Footer Placeholder 19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386021" name="Slide Number Placeholder 2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017903" name="Content Placeholder 2"/>
          <p:cNvSpPr>
            <a:spLocks noGrp="1"/>
          </p:cNvSpPr>
          <p:nvPr>
            <p:ph idx="1"/>
          </p:nvPr>
        </p:nvSpPr>
        <p:spPr bwMode="auto">
          <a:xfrm>
            <a:off x="4847861" y="1196753"/>
            <a:ext cx="6816757" cy="482453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2819108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23393" y="1196753"/>
            <a:ext cx="4011084" cy="48245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650139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3791800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38395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  <p:sp>
        <p:nvSpPr>
          <p:cNvPr id="520141225" name="Title 8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382176" name="Title 1"/>
          <p:cNvSpPr>
            <a:spLocks noGrp="1"/>
          </p:cNvSpPr>
          <p:nvPr>
            <p:ph type="title"/>
          </p:nvPr>
        </p:nvSpPr>
        <p:spPr bwMode="auto">
          <a:xfrm>
            <a:off x="2389717" y="4797151"/>
            <a:ext cx="7315200" cy="576063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520220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1196751"/>
            <a:ext cx="7315200" cy="352839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94118002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445223"/>
            <a:ext cx="7315200" cy="50296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32714189" name="Date Placeholder 8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844962098" name="Footer Placeholder 9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101528" name="Slide Number Placehold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37878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6165841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23439623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2060398966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000742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8775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980729"/>
            <a:ext cx="2743200" cy="5040559"/>
          </a:xfrm>
        </p:spPr>
        <p:txBody>
          <a:bodyPr vert="eaVert"/>
          <a:lstStyle>
            <a:lvl1pPr>
              <a:defRPr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2148443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980727"/>
            <a:ext cx="8026399" cy="5040561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32831309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2064213754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607898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7453954" name="Title 1"/>
          <p:cNvSpPr>
            <a:spLocks noGrp="1"/>
          </p:cNvSpPr>
          <p:nvPr userDrawn="1">
            <p:ph type="ctrTitle"/>
          </p:nvPr>
        </p:nvSpPr>
        <p:spPr bwMode="auto">
          <a:xfrm>
            <a:off x="1070367" y="3140967"/>
            <a:ext cx="9994346" cy="1152127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98354594" name="Subtitle 2"/>
          <p:cNvSpPr>
            <a:spLocks noGrp="1"/>
          </p:cNvSpPr>
          <p:nvPr userDrawn="1">
            <p:ph type="subTitle" idx="1"/>
          </p:nvPr>
        </p:nvSpPr>
        <p:spPr bwMode="auto">
          <a:xfrm>
            <a:off x="2043473" y="4437111"/>
            <a:ext cx="8081653" cy="1008111"/>
          </a:xfrm>
        </p:spPr>
        <p:txBody>
          <a:bodyPr>
            <a:normAutofit/>
          </a:bodyPr>
          <a:lstStyle>
            <a:lvl1pPr marL="0" indent="0" algn="ctr">
              <a:buNone/>
              <a:defRPr sz="2800" b="1">
                <a:solidFill>
                  <a:schemeClr val="tx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2048686872" name="Date Placeholder 1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530171193" name="Footer Placeholder 1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7121" name="Slide Number Placeholder 17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  <p:grpSp>
        <p:nvGrpSpPr>
          <p:cNvPr id="1753553243" name="Group 312"/>
          <p:cNvGrpSpPr/>
          <p:nvPr userDrawn="1"/>
        </p:nvGrpSpPr>
        <p:grpSpPr bwMode="auto">
          <a:xfrm>
            <a:off x="-22006" y="-7442"/>
            <a:ext cx="12214008" cy="1742779"/>
            <a:chOff x="5534481" y="2204917"/>
            <a:chExt cx="5756459" cy="1155514"/>
          </a:xfrm>
        </p:grpSpPr>
        <p:grpSp>
          <p:nvGrpSpPr>
            <p:cNvPr id="383" name="Group 382"/>
            <p:cNvGrpSpPr/>
            <p:nvPr userDrawn="1"/>
          </p:nvGrpSpPr>
          <p:grpSpPr bwMode="auto">
            <a:xfrm>
              <a:off x="10137289" y="2208431"/>
              <a:ext cx="1153652" cy="1152000"/>
              <a:chOff x="8985289" y="2208431"/>
              <a:chExt cx="1153652" cy="1152000"/>
            </a:xfrm>
          </p:grpSpPr>
          <p:sp>
            <p:nvSpPr>
              <p:cNvPr id="432" name="Rectangle 431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433" name="Group 432"/>
              <p:cNvGrpSpPr/>
              <p:nvPr userDrawn="1"/>
            </p:nvGrpSpPr>
            <p:grpSpPr bwMode="auto">
              <a:xfrm>
                <a:off x="8985289" y="2208431"/>
                <a:ext cx="1153652" cy="1152000"/>
                <a:chOff x="8985289" y="2208431"/>
                <a:chExt cx="1153652" cy="1152000"/>
              </a:xfrm>
            </p:grpSpPr>
            <p:sp>
              <p:nvSpPr>
                <p:cNvPr id="434" name="Rectangle 433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435" name="Rectangle 434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436" name="Rectangle 435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437" name="Rectangle 436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438" name="Rectangle 437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39" name="Rectangle 438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40" name="Rectangle 439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441" name="Rectangle 440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42" name="Rectangle 441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4" name="Group 383"/>
            <p:cNvGrpSpPr/>
            <p:nvPr userDrawn="1"/>
          </p:nvGrpSpPr>
          <p:grpSpPr bwMode="auto">
            <a:xfrm>
              <a:off x="8985885" y="2204917"/>
              <a:ext cx="1153056" cy="1152000"/>
              <a:chOff x="8985885" y="2208431"/>
              <a:chExt cx="1153056" cy="1152000"/>
            </a:xfrm>
          </p:grpSpPr>
          <p:sp>
            <p:nvSpPr>
              <p:cNvPr id="421" name="Rectangle 420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422" name="Group 421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423" name="Rectangle 422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424" name="Rectangle 423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425" name="Rectangle 424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26" name="Rectangle 425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427" name="Rectangle 426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28" name="Rectangle 427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29" name="Rectangle 428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430" name="Rectangle 429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431" name="Rectangle 430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5" name="Group 384"/>
            <p:cNvGrpSpPr/>
            <p:nvPr userDrawn="1"/>
          </p:nvGrpSpPr>
          <p:grpSpPr bwMode="auto">
            <a:xfrm>
              <a:off x="7832827" y="2208431"/>
              <a:ext cx="1156531" cy="1152000"/>
              <a:chOff x="8985885" y="2208431"/>
              <a:chExt cx="1156531" cy="1152000"/>
            </a:xfrm>
          </p:grpSpPr>
          <p:sp>
            <p:nvSpPr>
              <p:cNvPr id="410" name="Rectangle 409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411" name="Group 410"/>
              <p:cNvGrpSpPr/>
              <p:nvPr userDrawn="1"/>
            </p:nvGrpSpPr>
            <p:grpSpPr bwMode="auto">
              <a:xfrm>
                <a:off x="8988763" y="2208431"/>
                <a:ext cx="1153652" cy="1152000"/>
                <a:chOff x="8988763" y="2208431"/>
                <a:chExt cx="1153652" cy="1152000"/>
              </a:xfrm>
            </p:grpSpPr>
            <p:sp>
              <p:nvSpPr>
                <p:cNvPr id="412" name="Rectangle 411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413" name="Rectangle 412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414" name="Rectangle 413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415" name="Rectangle 414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416" name="Rectangle 415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17" name="Rectangle 416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418" name="Rectangle 417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19" name="Rectangle 418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20" name="Rectangle 419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6" name="Group 385"/>
            <p:cNvGrpSpPr/>
            <p:nvPr userDrawn="1"/>
          </p:nvGrpSpPr>
          <p:grpSpPr bwMode="auto">
            <a:xfrm>
              <a:off x="6683297" y="2204917"/>
              <a:ext cx="1153056" cy="1152000"/>
              <a:chOff x="8985885" y="2208431"/>
              <a:chExt cx="1153056" cy="1152000"/>
            </a:xfrm>
          </p:grpSpPr>
          <p:sp>
            <p:nvSpPr>
              <p:cNvPr id="399" name="Rectangle 398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400" name="Group 399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401" name="Rectangle 400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402" name="Rectangle 401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403" name="Rectangle 402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404" name="Rectangle 403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405" name="Rectangle 404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06" name="Rectangle 405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07" name="Rectangle 406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408" name="Rectangle 407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409" name="Rectangle 408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7" name="Group 386"/>
            <p:cNvGrpSpPr/>
            <p:nvPr userDrawn="1"/>
          </p:nvGrpSpPr>
          <p:grpSpPr bwMode="auto">
            <a:xfrm>
              <a:off x="5534481" y="2204917"/>
              <a:ext cx="1153056" cy="1152000"/>
              <a:chOff x="8985885" y="2208431"/>
              <a:chExt cx="1153056" cy="1152000"/>
            </a:xfrm>
          </p:grpSpPr>
          <p:sp>
            <p:nvSpPr>
              <p:cNvPr id="388" name="Rectangle 38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389" name="Group 388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390" name="Rectangle 38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>
                  <a:noFill/>
                </a:ln>
              </p:spPr>
            </p:sp>
            <p:sp>
              <p:nvSpPr>
                <p:cNvPr id="391" name="Rectangle 39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>
                  <a:noFill/>
                </a:ln>
              </p:spPr>
            </p:sp>
            <p:sp>
              <p:nvSpPr>
                <p:cNvPr id="392" name="Rectangle 39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5999"/>
                  </a:schemeClr>
                </a:solidFill>
                <a:ln>
                  <a:noFill/>
                </a:ln>
              </p:spPr>
            </p:sp>
            <p:sp>
              <p:nvSpPr>
                <p:cNvPr id="393" name="Rectangle 39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394" name="Rectangle 39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>
                  <a:noFill/>
                </a:ln>
              </p:spPr>
            </p:sp>
            <p:sp>
              <p:nvSpPr>
                <p:cNvPr id="395" name="Rectangle 39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6998"/>
                  </a:schemeClr>
                </a:solidFill>
                <a:ln>
                  <a:noFill/>
                </a:ln>
              </p:spPr>
            </p:sp>
            <p:sp>
              <p:nvSpPr>
                <p:cNvPr id="396" name="Rectangle 39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>
                  <a:noFill/>
                </a:ln>
              </p:spPr>
            </p:sp>
            <p:sp>
              <p:nvSpPr>
                <p:cNvPr id="397" name="Rectangle 39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398" name="Rectangle 397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>
                  <a:noFill/>
                </a:ln>
              </p:spPr>
            </p:sp>
          </p:grpSp>
        </p:grpSp>
      </p:grpSp>
      <p:grpSp>
        <p:nvGrpSpPr>
          <p:cNvPr id="1547212783" name="Group 4"/>
          <p:cNvGrpSpPr/>
          <p:nvPr userDrawn="1"/>
        </p:nvGrpSpPr>
        <p:grpSpPr bwMode="auto">
          <a:xfrm>
            <a:off x="1" y="6597351"/>
            <a:ext cx="12191998" cy="290795"/>
            <a:chOff x="-22006" y="8796469"/>
            <a:chExt cx="6520455" cy="387727"/>
          </a:xfrm>
        </p:grpSpPr>
        <p:sp>
          <p:nvSpPr>
            <p:cNvPr id="464" name="Rectangle 463"/>
            <p:cNvSpPr/>
            <p:nvPr userDrawn="1"/>
          </p:nvSpPr>
          <p:spPr bwMode="auto">
            <a:xfrm>
              <a:off x="5345391" y="8799984"/>
              <a:ext cx="1152000" cy="38048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65" name="Rectangle 464"/>
            <p:cNvSpPr/>
            <p:nvPr userDrawn="1"/>
          </p:nvSpPr>
          <p:spPr bwMode="auto">
            <a:xfrm>
              <a:off x="5349327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22000"/>
              </a:schemeClr>
            </a:solidFill>
            <a:ln>
              <a:noFill/>
            </a:ln>
          </p:spPr>
        </p:sp>
        <p:sp>
          <p:nvSpPr>
            <p:cNvPr id="466" name="Rectangle 465"/>
            <p:cNvSpPr/>
            <p:nvPr userDrawn="1"/>
          </p:nvSpPr>
          <p:spPr bwMode="auto">
            <a:xfrm>
              <a:off x="5731505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67" name="Rectangle 466"/>
            <p:cNvSpPr/>
            <p:nvPr userDrawn="1"/>
          </p:nvSpPr>
          <p:spPr bwMode="auto">
            <a:xfrm>
              <a:off x="6114449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  <p:sp>
          <p:nvSpPr>
            <p:cNvPr id="468" name="Rectangle 467"/>
            <p:cNvSpPr/>
            <p:nvPr userDrawn="1"/>
          </p:nvSpPr>
          <p:spPr bwMode="auto">
            <a:xfrm>
              <a:off x="4193391" y="8796469"/>
              <a:ext cx="1152000" cy="38048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69" name="Rectangle 468"/>
            <p:cNvSpPr/>
            <p:nvPr userDrawn="1"/>
          </p:nvSpPr>
          <p:spPr bwMode="auto">
            <a:xfrm>
              <a:off x="4197327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2000"/>
              </a:schemeClr>
            </a:solidFill>
            <a:ln>
              <a:noFill/>
            </a:ln>
          </p:spPr>
        </p:sp>
        <p:sp>
          <p:nvSpPr>
            <p:cNvPr id="470" name="Rectangle 469"/>
            <p:cNvSpPr/>
            <p:nvPr userDrawn="1"/>
          </p:nvSpPr>
          <p:spPr bwMode="auto">
            <a:xfrm>
              <a:off x="4579506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0"/>
              </a:schemeClr>
            </a:solidFill>
            <a:ln>
              <a:noFill/>
            </a:ln>
          </p:spPr>
        </p:sp>
        <p:sp>
          <p:nvSpPr>
            <p:cNvPr id="471" name="Rectangle 470"/>
            <p:cNvSpPr/>
            <p:nvPr userDrawn="1"/>
          </p:nvSpPr>
          <p:spPr bwMode="auto">
            <a:xfrm>
              <a:off x="4962449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>
              <a:noFill/>
            </a:ln>
          </p:spPr>
        </p:sp>
        <p:sp>
          <p:nvSpPr>
            <p:cNvPr id="472" name="Rectangle 471"/>
            <p:cNvSpPr/>
            <p:nvPr userDrawn="1"/>
          </p:nvSpPr>
          <p:spPr bwMode="auto">
            <a:xfrm>
              <a:off x="3040334" y="8799984"/>
              <a:ext cx="1152000" cy="380485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73" name="Rectangle 472"/>
            <p:cNvSpPr/>
            <p:nvPr userDrawn="1"/>
          </p:nvSpPr>
          <p:spPr bwMode="auto">
            <a:xfrm>
              <a:off x="3044270" y="8799984"/>
              <a:ext cx="383999" cy="383999"/>
            </a:xfrm>
            <a:prstGeom prst="rect">
              <a:avLst/>
            </a:prstGeom>
            <a:solidFill>
              <a:schemeClr val="accent2">
                <a:lumMod val="75000"/>
                <a:alpha val="46000"/>
              </a:schemeClr>
            </a:solidFill>
            <a:ln>
              <a:noFill/>
            </a:ln>
          </p:spPr>
        </p:sp>
        <p:sp>
          <p:nvSpPr>
            <p:cNvPr id="474" name="Rectangle 473"/>
            <p:cNvSpPr/>
            <p:nvPr userDrawn="1"/>
          </p:nvSpPr>
          <p:spPr bwMode="auto">
            <a:xfrm>
              <a:off x="3426449" y="8799984"/>
              <a:ext cx="383999" cy="383999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30000"/>
              </a:schemeClr>
            </a:solidFill>
            <a:ln>
              <a:noFill/>
            </a:ln>
          </p:spPr>
        </p:sp>
        <p:sp>
          <p:nvSpPr>
            <p:cNvPr id="475" name="Rectangle 474"/>
            <p:cNvSpPr/>
            <p:nvPr userDrawn="1"/>
          </p:nvSpPr>
          <p:spPr bwMode="auto">
            <a:xfrm>
              <a:off x="3809391" y="8799984"/>
              <a:ext cx="383999" cy="383999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76000"/>
              </a:schemeClr>
            </a:solidFill>
            <a:ln>
              <a:noFill/>
            </a:ln>
          </p:spPr>
        </p:sp>
        <p:sp>
          <p:nvSpPr>
            <p:cNvPr id="476" name="Rectangle 475"/>
            <p:cNvSpPr/>
            <p:nvPr userDrawn="1"/>
          </p:nvSpPr>
          <p:spPr bwMode="auto">
            <a:xfrm>
              <a:off x="1890803" y="8796469"/>
              <a:ext cx="1152000" cy="38048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477" name="Rectangle 476"/>
            <p:cNvSpPr/>
            <p:nvPr userDrawn="1"/>
          </p:nvSpPr>
          <p:spPr bwMode="auto">
            <a:xfrm>
              <a:off x="1894739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35000"/>
              </a:schemeClr>
            </a:solidFill>
            <a:ln>
              <a:noFill/>
            </a:ln>
          </p:spPr>
        </p:sp>
        <p:sp>
          <p:nvSpPr>
            <p:cNvPr id="478" name="Rectangle 477"/>
            <p:cNvSpPr/>
            <p:nvPr userDrawn="1"/>
          </p:nvSpPr>
          <p:spPr bwMode="auto">
            <a:xfrm>
              <a:off x="2276918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79" name="Rectangle 478"/>
            <p:cNvSpPr/>
            <p:nvPr userDrawn="1"/>
          </p:nvSpPr>
          <p:spPr bwMode="auto">
            <a:xfrm>
              <a:off x="2659861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  <p:sp>
          <p:nvSpPr>
            <p:cNvPr id="480" name="Rectangle 479"/>
            <p:cNvSpPr/>
            <p:nvPr userDrawn="1"/>
          </p:nvSpPr>
          <p:spPr bwMode="auto">
            <a:xfrm>
              <a:off x="741989" y="8796469"/>
              <a:ext cx="1152000" cy="383999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81" name="Rectangle 480"/>
            <p:cNvSpPr/>
            <p:nvPr userDrawn="1"/>
          </p:nvSpPr>
          <p:spPr bwMode="auto">
            <a:xfrm>
              <a:off x="745925" y="8796469"/>
              <a:ext cx="383999" cy="38399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3999"/>
              </a:schemeClr>
            </a:solidFill>
            <a:ln>
              <a:noFill/>
            </a:ln>
          </p:spPr>
        </p:sp>
        <p:sp>
          <p:nvSpPr>
            <p:cNvPr id="482" name="Rectangle 481"/>
            <p:cNvSpPr/>
            <p:nvPr userDrawn="1"/>
          </p:nvSpPr>
          <p:spPr bwMode="auto">
            <a:xfrm>
              <a:off x="1128103" y="8796469"/>
              <a:ext cx="383999" cy="38399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23000"/>
              </a:schemeClr>
            </a:solidFill>
            <a:ln>
              <a:noFill/>
            </a:ln>
          </p:spPr>
        </p:sp>
        <p:sp>
          <p:nvSpPr>
            <p:cNvPr id="483" name="Rectangle 482"/>
            <p:cNvSpPr/>
            <p:nvPr userDrawn="1"/>
          </p:nvSpPr>
          <p:spPr bwMode="auto">
            <a:xfrm>
              <a:off x="1511046" y="8796469"/>
              <a:ext cx="383999" cy="38399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6998"/>
              </a:schemeClr>
            </a:solidFill>
            <a:ln>
              <a:noFill/>
            </a:ln>
          </p:spPr>
        </p:sp>
        <p:sp>
          <p:nvSpPr>
            <p:cNvPr id="484" name="Rectangle 483"/>
            <p:cNvSpPr/>
            <p:nvPr userDrawn="1"/>
          </p:nvSpPr>
          <p:spPr bwMode="auto">
            <a:xfrm>
              <a:off x="-22006" y="8800197"/>
              <a:ext cx="770417" cy="38027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85" name="Rectangle 484"/>
            <p:cNvSpPr/>
            <p:nvPr userDrawn="1"/>
          </p:nvSpPr>
          <p:spPr bwMode="auto">
            <a:xfrm>
              <a:off x="-17473" y="8800197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86" name="Rectangle 485"/>
            <p:cNvSpPr/>
            <p:nvPr userDrawn="1"/>
          </p:nvSpPr>
          <p:spPr bwMode="auto">
            <a:xfrm>
              <a:off x="365469" y="8800197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75112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2489110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46841799" name="Date Placeholder 14"/>
          <p:cNvSpPr>
            <a:spLocks noGrp="1"/>
          </p:cNvSpPr>
          <p:nvPr>
            <p:ph type="dt" sz="half" idx="10"/>
          </p:nvPr>
        </p:nvSpPr>
        <p:spPr bwMode="auto">
          <a:xfrm>
            <a:off x="607261" y="6109507"/>
            <a:ext cx="2844798" cy="365125"/>
          </a:xfrm>
        </p:spPr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492720020" name="Footer Placeholder 15"/>
          <p:cNvSpPr>
            <a:spLocks noGrp="1"/>
          </p:cNvSpPr>
          <p:nvPr>
            <p:ph type="ftr" sz="quarter" idx="11"/>
          </p:nvPr>
        </p:nvSpPr>
        <p:spPr bwMode="auto">
          <a:xfrm>
            <a:off x="7758885" y="6132835"/>
            <a:ext cx="3860799" cy="365125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962201" name="Slide Number Placeholder 17"/>
          <p:cNvSpPr>
            <a:spLocks noGrp="1"/>
          </p:cNvSpPr>
          <p:nvPr>
            <p:ph type="sldNum" sz="quarter" idx="12"/>
          </p:nvPr>
        </p:nvSpPr>
        <p:spPr bwMode="auto">
          <a:xfrm>
            <a:off x="5190395" y="6132835"/>
            <a:ext cx="952634" cy="365125"/>
          </a:xfrm>
        </p:spPr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384440" name="Title 1"/>
          <p:cNvSpPr>
            <a:spLocks noGrp="1"/>
          </p:cNvSpPr>
          <p:nvPr>
            <p:ph type="title"/>
          </p:nvPr>
        </p:nvSpPr>
        <p:spPr bwMode="auto">
          <a:xfrm>
            <a:off x="623391" y="980729"/>
            <a:ext cx="10945215" cy="1002034"/>
          </a:xfrm>
          <a:prstGeom prst="rect">
            <a:avLst/>
          </a:prstGeom>
          <a:noFill/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2705106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23391" y="2060847"/>
            <a:ext cx="10945215" cy="3960439"/>
          </a:xfrm>
        </p:spPr>
        <p:txBody>
          <a:bodyPr anchor="t" anchorCtr="0"/>
          <a:lstStyle>
            <a:lvl1pPr marL="0" indent="0">
              <a:buNone/>
              <a:defRPr sz="20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5936084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84650734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558874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099203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423317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5631478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423317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07188563" name="Date Placeholder 7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599963391" name="Footer Placeholder 8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435499" name="Slide Number Placeholder 9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  <p:sp>
        <p:nvSpPr>
          <p:cNvPr id="176575118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5898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412775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5692990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052538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4901231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68" y="1412775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2362575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68" y="2052538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57851378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489966115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5977266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  <p:sp>
        <p:nvSpPr>
          <p:cNvPr id="1640164282" name="Title 1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784195" name="Title 8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4157159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633882619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208442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9330420" name="Date Placeholder 18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246330805" name="Footer Placeholder 19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953999" name="Slide Number Placeholder 2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0322277" name="Content Placeholder 2"/>
          <p:cNvSpPr>
            <a:spLocks noGrp="1"/>
          </p:cNvSpPr>
          <p:nvPr>
            <p:ph idx="1"/>
          </p:nvPr>
        </p:nvSpPr>
        <p:spPr bwMode="auto">
          <a:xfrm>
            <a:off x="4847861" y="1196753"/>
            <a:ext cx="6816757" cy="482453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88858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23393" y="1196753"/>
            <a:ext cx="4011084" cy="48245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145280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5714717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58479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  <p:sp>
        <p:nvSpPr>
          <p:cNvPr id="1911085847" name="Title 8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1641752" name="Title 1"/>
          <p:cNvSpPr>
            <a:spLocks noGrp="1"/>
          </p:cNvSpPr>
          <p:nvPr>
            <p:ph type="title"/>
          </p:nvPr>
        </p:nvSpPr>
        <p:spPr bwMode="auto">
          <a:xfrm>
            <a:off x="2389717" y="4797151"/>
            <a:ext cx="7315200" cy="576063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64785795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1196751"/>
            <a:ext cx="7315200" cy="352839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111325679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445223"/>
            <a:ext cx="7315200" cy="50296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783816668" name="Date Placeholder 8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746978802" name="Footer Placeholder 9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897172" name="Slide Number Placehold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87884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6250565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00730704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298878051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110456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037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980729"/>
            <a:ext cx="2743200" cy="5040559"/>
          </a:xfrm>
        </p:spPr>
        <p:txBody>
          <a:bodyPr vert="eaVert"/>
          <a:lstStyle>
            <a:lvl1pPr>
              <a:defRPr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6372997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980727"/>
            <a:ext cx="8026399" cy="5040561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68442416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2089977640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210659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095677" name="Rectangle 245"/>
          <p:cNvSpPr/>
          <p:nvPr userDrawn="1"/>
        </p:nvSpPr>
        <p:spPr bwMode="auto">
          <a:xfrm>
            <a:off x="759075" y="-8406"/>
            <a:ext cx="1144579" cy="864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492551843" name="Rectangle 350"/>
          <p:cNvSpPr/>
          <p:nvPr userDrawn="1"/>
        </p:nvSpPr>
        <p:spPr bwMode="auto">
          <a:xfrm>
            <a:off x="1" y="-5610"/>
            <a:ext cx="765453" cy="86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87980060" name="Group 6"/>
          <p:cNvGrpSpPr/>
          <p:nvPr userDrawn="1"/>
        </p:nvGrpSpPr>
        <p:grpSpPr bwMode="auto">
          <a:xfrm>
            <a:off x="2" y="-8405"/>
            <a:ext cx="12199158" cy="867598"/>
            <a:chOff x="1" y="-11207"/>
            <a:chExt cx="12199158" cy="1156798"/>
          </a:xfrm>
        </p:grpSpPr>
        <p:grpSp>
          <p:nvGrpSpPr>
            <p:cNvPr id="113" name="Group 112"/>
            <p:cNvGrpSpPr/>
            <p:nvPr userDrawn="1"/>
          </p:nvGrpSpPr>
          <p:grpSpPr bwMode="auto">
            <a:xfrm>
              <a:off x="11052937" y="-6409"/>
              <a:ext cx="1146222" cy="1147201"/>
              <a:chOff x="8985289" y="2208431"/>
              <a:chExt cx="1153652" cy="1152000"/>
            </a:xfrm>
          </p:grpSpPr>
          <p:sp>
            <p:nvSpPr>
              <p:cNvPr id="6" name="Rectangle 5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5" name="Group 4"/>
              <p:cNvGrpSpPr/>
              <p:nvPr userDrawn="1"/>
            </p:nvGrpSpPr>
            <p:grpSpPr bwMode="auto">
              <a:xfrm>
                <a:off x="8985289" y="2208431"/>
                <a:ext cx="1153652" cy="1152000"/>
                <a:chOff x="8985289" y="2208431"/>
                <a:chExt cx="1153652" cy="1152000"/>
              </a:xfrm>
            </p:grpSpPr>
            <p:sp>
              <p:nvSpPr>
                <p:cNvPr id="158" name="Rectangle 157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159" name="Rectangle 158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160" name="Rectangle 159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161" name="Rectangle 160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162" name="Rectangle 161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63" name="Rectangle 162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164" name="Rectangle 163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165" name="Rectangle 164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66" name="Rectangle 165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191" name="Group 190"/>
            <p:cNvGrpSpPr/>
            <p:nvPr userDrawn="1"/>
          </p:nvGrpSpPr>
          <p:grpSpPr bwMode="auto">
            <a:xfrm>
              <a:off x="9908949" y="-9923"/>
              <a:ext cx="1145630" cy="1152000"/>
              <a:chOff x="8985885" y="2208431"/>
              <a:chExt cx="1153056" cy="1152000"/>
            </a:xfrm>
          </p:grpSpPr>
          <p:sp>
            <p:nvSpPr>
              <p:cNvPr id="192" name="Rectangle 191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193" name="Group 192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194" name="Rectangle 193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195" name="Rectangle 194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196" name="Rectangle 195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197" name="Rectangle 196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198" name="Rectangle 197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99" name="Rectangle 198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00" name="Rectangle 199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01" name="Rectangle 200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02" name="Rectangle 201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03" name="Group 202"/>
            <p:cNvGrpSpPr/>
            <p:nvPr userDrawn="1"/>
          </p:nvGrpSpPr>
          <p:grpSpPr bwMode="auto">
            <a:xfrm>
              <a:off x="8763318" y="-6409"/>
              <a:ext cx="1149082" cy="1152000"/>
              <a:chOff x="8985885" y="2208431"/>
              <a:chExt cx="1156531" cy="1152000"/>
            </a:xfrm>
          </p:grpSpPr>
          <p:sp>
            <p:nvSpPr>
              <p:cNvPr id="204" name="Rectangle 203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05" name="Group 204"/>
              <p:cNvGrpSpPr/>
              <p:nvPr userDrawn="1"/>
            </p:nvGrpSpPr>
            <p:grpSpPr bwMode="auto">
              <a:xfrm>
                <a:off x="8988763" y="2208431"/>
                <a:ext cx="1153652" cy="1152000"/>
                <a:chOff x="8988763" y="2208431"/>
                <a:chExt cx="1153652" cy="1152000"/>
              </a:xfrm>
            </p:grpSpPr>
            <p:sp>
              <p:nvSpPr>
                <p:cNvPr id="206" name="Rectangle 205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207" name="Rectangle 206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208" name="Rectangle 207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209" name="Rectangle 208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210" name="Rectangle 209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11" name="Rectangle 210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12" name="Rectangle 211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13" name="Rectangle 212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14" name="Rectangle 213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15" name="Group 214"/>
            <p:cNvGrpSpPr/>
            <p:nvPr userDrawn="1"/>
          </p:nvGrpSpPr>
          <p:grpSpPr bwMode="auto">
            <a:xfrm>
              <a:off x="7621191" y="-9923"/>
              <a:ext cx="1145630" cy="1152000"/>
              <a:chOff x="8985885" y="2208431"/>
              <a:chExt cx="1153056" cy="1152000"/>
            </a:xfrm>
          </p:grpSpPr>
          <p:sp>
            <p:nvSpPr>
              <p:cNvPr id="216" name="Rectangle 215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217" name="Group 216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18" name="Rectangle 217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19" name="Rectangle 218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220" name="Rectangle 219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221" name="Rectangle 220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222" name="Rectangle 221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23" name="Rectangle 222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24" name="Rectangle 223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225" name="Rectangle 224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26" name="Rectangle 225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27" name="Group 226"/>
            <p:cNvGrpSpPr/>
            <p:nvPr userDrawn="1"/>
          </p:nvGrpSpPr>
          <p:grpSpPr bwMode="auto">
            <a:xfrm>
              <a:off x="6479777" y="-9923"/>
              <a:ext cx="1145630" cy="1152000"/>
              <a:chOff x="8985885" y="2208431"/>
              <a:chExt cx="1153056" cy="1152000"/>
            </a:xfrm>
          </p:grpSpPr>
          <p:sp>
            <p:nvSpPr>
              <p:cNvPr id="228" name="Rectangle 22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29" name="Group 228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30" name="Rectangle 22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>
                  <a:noFill/>
                </a:ln>
              </p:spPr>
            </p:sp>
            <p:sp>
              <p:nvSpPr>
                <p:cNvPr id="231" name="Rectangle 23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>
                  <a:noFill/>
                </a:ln>
              </p:spPr>
            </p:sp>
            <p:sp>
              <p:nvSpPr>
                <p:cNvPr id="232" name="Rectangle 23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5999"/>
                  </a:schemeClr>
                </a:solidFill>
                <a:ln>
                  <a:noFill/>
                </a:ln>
              </p:spPr>
            </p:sp>
            <p:sp>
              <p:nvSpPr>
                <p:cNvPr id="233" name="Rectangle 23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34" name="Rectangle 23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>
                  <a:noFill/>
                </a:ln>
              </p:spPr>
            </p:sp>
            <p:sp>
              <p:nvSpPr>
                <p:cNvPr id="235" name="Rectangle 23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6998"/>
                  </a:schemeClr>
                </a:solidFill>
                <a:ln>
                  <a:noFill/>
                </a:ln>
              </p:spPr>
            </p:sp>
            <p:sp>
              <p:nvSpPr>
                <p:cNvPr id="236" name="Rectangle 23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>
                  <a:noFill/>
                </a:ln>
              </p:spPr>
            </p:sp>
            <p:sp>
              <p:nvSpPr>
                <p:cNvPr id="237" name="Rectangle 23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38" name="Rectangle 237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1" name="Group 240"/>
            <p:cNvGrpSpPr/>
            <p:nvPr userDrawn="1"/>
          </p:nvGrpSpPr>
          <p:grpSpPr bwMode="auto">
            <a:xfrm>
              <a:off x="5332234" y="-7693"/>
              <a:ext cx="1146222" cy="1152000"/>
              <a:chOff x="8985289" y="2208431"/>
              <a:chExt cx="1153652" cy="1152000"/>
            </a:xfrm>
          </p:grpSpPr>
          <p:sp>
            <p:nvSpPr>
              <p:cNvPr id="290" name="Rectangle 289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291" name="Group 290"/>
              <p:cNvGrpSpPr/>
              <p:nvPr userDrawn="1"/>
            </p:nvGrpSpPr>
            <p:grpSpPr bwMode="auto">
              <a:xfrm>
                <a:off x="8985289" y="2208431"/>
                <a:ext cx="1153652" cy="1152000"/>
                <a:chOff x="8985289" y="2208431"/>
                <a:chExt cx="1153652" cy="1152000"/>
              </a:xfrm>
            </p:grpSpPr>
            <p:sp>
              <p:nvSpPr>
                <p:cNvPr id="292" name="Rectangle 291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293" name="Rectangle 292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294" name="Rectangle 293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295" name="Rectangle 294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296" name="Rectangle 295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97" name="Rectangle 296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98" name="Rectangle 297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99" name="Rectangle 298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300" name="Rectangle 299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2" name="Group 241"/>
            <p:cNvGrpSpPr/>
            <p:nvPr userDrawn="1"/>
          </p:nvGrpSpPr>
          <p:grpSpPr bwMode="auto">
            <a:xfrm>
              <a:off x="4188246" y="-11207"/>
              <a:ext cx="1145630" cy="1152000"/>
              <a:chOff x="8985885" y="2208431"/>
              <a:chExt cx="1153056" cy="1152000"/>
            </a:xfrm>
          </p:grpSpPr>
          <p:sp>
            <p:nvSpPr>
              <p:cNvPr id="279" name="Rectangle 278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280" name="Group 279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81" name="Rectangle 280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82" name="Rectangle 281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283" name="Rectangle 282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84" name="Rectangle 283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285" name="Rectangle 284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86" name="Rectangle 285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87" name="Rectangle 286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88" name="Rectangle 287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89" name="Rectangle 288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3" name="Group 242"/>
            <p:cNvGrpSpPr/>
            <p:nvPr userDrawn="1"/>
          </p:nvGrpSpPr>
          <p:grpSpPr bwMode="auto">
            <a:xfrm>
              <a:off x="3042615" y="-7693"/>
              <a:ext cx="1149082" cy="1152000"/>
              <a:chOff x="8985885" y="2208431"/>
              <a:chExt cx="1156531" cy="1152000"/>
            </a:xfrm>
          </p:grpSpPr>
          <p:sp>
            <p:nvSpPr>
              <p:cNvPr id="268" name="Rectangle 26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69" name="Group 268"/>
              <p:cNvGrpSpPr/>
              <p:nvPr userDrawn="1"/>
            </p:nvGrpSpPr>
            <p:grpSpPr bwMode="auto">
              <a:xfrm>
                <a:off x="8988763" y="2208431"/>
                <a:ext cx="1153652" cy="1152000"/>
                <a:chOff x="8988763" y="2208431"/>
                <a:chExt cx="1153652" cy="1152000"/>
              </a:xfrm>
            </p:grpSpPr>
            <p:sp>
              <p:nvSpPr>
                <p:cNvPr id="270" name="Rectangle 26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271" name="Rectangle 27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272" name="Rectangle 27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273" name="Rectangle 27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274" name="Rectangle 27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75" name="Rectangle 27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76" name="Rectangle 27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77" name="Rectangle 27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78" name="Rectangle 277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4" name="Group 243"/>
            <p:cNvGrpSpPr/>
            <p:nvPr userDrawn="1"/>
          </p:nvGrpSpPr>
          <p:grpSpPr bwMode="auto">
            <a:xfrm>
              <a:off x="1900489" y="-11207"/>
              <a:ext cx="1145630" cy="1152000"/>
              <a:chOff x="8985885" y="2208431"/>
              <a:chExt cx="1153056" cy="1152000"/>
            </a:xfrm>
          </p:grpSpPr>
          <p:sp>
            <p:nvSpPr>
              <p:cNvPr id="257" name="Rectangle 256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258" name="Group 257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59" name="Rectangle 258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60" name="Rectangle 259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261" name="Rectangle 260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262" name="Rectangle 261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263" name="Rectangle 262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64" name="Rectangle 263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65" name="Rectangle 264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266" name="Rectangle 265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67" name="Rectangle 266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4" name="Group 3"/>
            <p:cNvGrpSpPr/>
            <p:nvPr userDrawn="1"/>
          </p:nvGrpSpPr>
          <p:grpSpPr bwMode="auto">
            <a:xfrm>
              <a:off x="762985" y="-11207"/>
              <a:ext cx="1141719" cy="1156798"/>
              <a:chOff x="762985" y="-11207"/>
              <a:chExt cx="1141719" cy="1156798"/>
            </a:xfrm>
          </p:grpSpPr>
          <p:sp>
            <p:nvSpPr>
              <p:cNvPr id="248" name="Rectangle 247"/>
              <p:cNvSpPr/>
              <p:nvPr userDrawn="1"/>
            </p:nvSpPr>
            <p:spPr bwMode="auto">
              <a:xfrm>
                <a:off x="762985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48000"/>
                </a:schemeClr>
              </a:solidFill>
              <a:ln>
                <a:noFill/>
              </a:ln>
            </p:spPr>
          </p:sp>
          <p:sp>
            <p:nvSpPr>
              <p:cNvPr id="249" name="Rectangle 248"/>
              <p:cNvSpPr/>
              <p:nvPr userDrawn="1"/>
            </p:nvSpPr>
            <p:spPr bwMode="auto">
              <a:xfrm>
                <a:off x="1142702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29000"/>
                </a:schemeClr>
              </a:solidFill>
              <a:ln>
                <a:noFill/>
              </a:ln>
            </p:spPr>
          </p:sp>
          <p:sp>
            <p:nvSpPr>
              <p:cNvPr id="250" name="Rectangle 249"/>
              <p:cNvSpPr/>
              <p:nvPr userDrawn="1"/>
            </p:nvSpPr>
            <p:spPr bwMode="auto">
              <a:xfrm>
                <a:off x="1523178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75000"/>
                  <a:alpha val="15999"/>
                </a:schemeClr>
              </a:solidFill>
              <a:ln>
                <a:noFill/>
              </a:ln>
            </p:spPr>
          </p:sp>
          <p:sp>
            <p:nvSpPr>
              <p:cNvPr id="251" name="Rectangle 250"/>
              <p:cNvSpPr/>
              <p:nvPr userDrawn="1"/>
            </p:nvSpPr>
            <p:spPr bwMode="auto">
              <a:xfrm>
                <a:off x="762985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3999"/>
                </a:schemeClr>
              </a:solidFill>
              <a:ln>
                <a:noFill/>
              </a:ln>
            </p:spPr>
          </p:sp>
          <p:sp>
            <p:nvSpPr>
              <p:cNvPr id="252" name="Rectangle 251"/>
              <p:cNvSpPr/>
              <p:nvPr userDrawn="1"/>
            </p:nvSpPr>
            <p:spPr bwMode="auto">
              <a:xfrm>
                <a:off x="1142702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23000"/>
                </a:schemeClr>
              </a:solidFill>
              <a:ln>
                <a:noFill/>
              </a:ln>
            </p:spPr>
          </p:sp>
          <p:sp>
            <p:nvSpPr>
              <p:cNvPr id="253" name="Rectangle 252"/>
              <p:cNvSpPr/>
              <p:nvPr userDrawn="1"/>
            </p:nvSpPr>
            <p:spPr bwMode="auto">
              <a:xfrm>
                <a:off x="1523178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6998"/>
                </a:schemeClr>
              </a:solidFill>
              <a:ln>
                <a:noFill/>
              </a:ln>
            </p:spPr>
          </p:sp>
          <p:sp>
            <p:nvSpPr>
              <p:cNvPr id="254" name="Rectangle 253"/>
              <p:cNvSpPr/>
              <p:nvPr userDrawn="1"/>
            </p:nvSpPr>
            <p:spPr bwMode="auto">
              <a:xfrm>
                <a:off x="765835" y="761590"/>
                <a:ext cx="381526" cy="383999"/>
              </a:xfrm>
              <a:prstGeom prst="rect">
                <a:avLst/>
              </a:prstGeom>
              <a:solidFill>
                <a:schemeClr val="accent2">
                  <a:lumMod val="75000"/>
                  <a:alpha val="65000"/>
                </a:schemeClr>
              </a:solidFill>
              <a:ln>
                <a:noFill/>
              </a:ln>
            </p:spPr>
          </p:sp>
          <p:sp>
            <p:nvSpPr>
              <p:cNvPr id="255" name="Rectangle 254"/>
              <p:cNvSpPr/>
              <p:nvPr userDrawn="1"/>
            </p:nvSpPr>
            <p:spPr bwMode="auto">
              <a:xfrm>
                <a:off x="1141651" y="756792"/>
                <a:ext cx="381526" cy="383999"/>
              </a:xfrm>
              <a:prstGeom prst="rect">
                <a:avLst/>
              </a:prstGeom>
              <a:solidFill>
                <a:schemeClr val="accent2">
                  <a:alpha val="0"/>
                </a:schemeClr>
              </a:solidFill>
              <a:ln>
                <a:noFill/>
              </a:ln>
            </p:spPr>
          </p:sp>
          <p:sp>
            <p:nvSpPr>
              <p:cNvPr id="256" name="Rectangle 255"/>
              <p:cNvSpPr/>
              <p:nvPr userDrawn="1"/>
            </p:nvSpPr>
            <p:spPr bwMode="auto">
              <a:xfrm>
                <a:off x="1522127" y="756792"/>
                <a:ext cx="381526" cy="383999"/>
              </a:xfrm>
              <a:prstGeom prst="rect">
                <a:avLst/>
              </a:prstGeom>
              <a:solidFill>
                <a:schemeClr val="accent6">
                  <a:lumMod val="75000"/>
                  <a:alpha val="57000"/>
                </a:schemeClr>
              </a:solidFill>
              <a:ln>
                <a:noFill/>
              </a:ln>
            </p:spPr>
          </p:sp>
        </p:grpSp>
        <p:grpSp>
          <p:nvGrpSpPr>
            <p:cNvPr id="352" name="Group 351"/>
            <p:cNvGrpSpPr/>
            <p:nvPr userDrawn="1"/>
          </p:nvGrpSpPr>
          <p:grpSpPr bwMode="auto">
            <a:xfrm>
              <a:off x="1" y="-7479"/>
              <a:ext cx="766505" cy="1148271"/>
              <a:chOff x="9367467" y="2208431"/>
              <a:chExt cx="771474" cy="1152000"/>
            </a:xfrm>
          </p:grpSpPr>
          <p:sp>
            <p:nvSpPr>
              <p:cNvPr id="354" name="Rectangle 353"/>
              <p:cNvSpPr/>
              <p:nvPr userDrawn="1"/>
            </p:nvSpPr>
            <p:spPr bwMode="auto">
              <a:xfrm>
                <a:off x="9367467" y="2592432"/>
                <a:ext cx="383999" cy="383999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</p:sp>
          <p:sp>
            <p:nvSpPr>
              <p:cNvPr id="355" name="Rectangle 354"/>
              <p:cNvSpPr/>
              <p:nvPr userDrawn="1"/>
            </p:nvSpPr>
            <p:spPr bwMode="auto">
              <a:xfrm>
                <a:off x="9750410" y="2592432"/>
                <a:ext cx="383999" cy="383999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  <a:alpha val="45000"/>
                </a:schemeClr>
              </a:solidFill>
              <a:ln>
                <a:noFill/>
              </a:ln>
            </p:spPr>
          </p:sp>
          <p:sp>
            <p:nvSpPr>
              <p:cNvPr id="357" name="Rectangle 356"/>
              <p:cNvSpPr/>
              <p:nvPr userDrawn="1"/>
            </p:nvSpPr>
            <p:spPr bwMode="auto">
              <a:xfrm>
                <a:off x="9371999" y="2208431"/>
                <a:ext cx="383999" cy="383999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0"/>
                </a:schemeClr>
              </a:solidFill>
              <a:ln>
                <a:noFill/>
              </a:ln>
            </p:spPr>
          </p:sp>
          <p:sp>
            <p:nvSpPr>
              <p:cNvPr id="358" name="Rectangle 357"/>
              <p:cNvSpPr/>
              <p:nvPr userDrawn="1"/>
            </p:nvSpPr>
            <p:spPr bwMode="auto">
              <a:xfrm>
                <a:off x="9754942" y="2208431"/>
                <a:ext cx="383999" cy="383999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50000"/>
                </a:schemeClr>
              </a:solidFill>
              <a:ln>
                <a:noFill/>
              </a:ln>
            </p:spPr>
          </p:sp>
          <p:sp>
            <p:nvSpPr>
              <p:cNvPr id="360" name="Rectangle 359"/>
              <p:cNvSpPr/>
              <p:nvPr userDrawn="1"/>
            </p:nvSpPr>
            <p:spPr bwMode="auto">
              <a:xfrm>
                <a:off x="9370942" y="2976431"/>
                <a:ext cx="383999" cy="383999"/>
              </a:xfrm>
              <a:prstGeom prst="rect">
                <a:avLst/>
              </a:prstGeom>
              <a:solidFill>
                <a:schemeClr val="tx2">
                  <a:lumMod val="75000"/>
                  <a:alpha val="0"/>
                </a:schemeClr>
              </a:solidFill>
              <a:ln>
                <a:noFill/>
              </a:ln>
            </p:spPr>
          </p:sp>
          <p:sp>
            <p:nvSpPr>
              <p:cNvPr id="361" name="Rectangle 360"/>
              <p:cNvSpPr/>
              <p:nvPr userDrawn="1"/>
            </p:nvSpPr>
            <p:spPr bwMode="auto">
              <a:xfrm>
                <a:off x="9753885" y="2976431"/>
                <a:ext cx="383999" cy="383999"/>
              </a:xfrm>
              <a:prstGeom prst="rect">
                <a:avLst/>
              </a:prstGeom>
              <a:solidFill>
                <a:schemeClr val="tx2">
                  <a:lumMod val="75000"/>
                  <a:alpha val="20000"/>
                </a:schemeClr>
              </a:solidFill>
              <a:ln>
                <a:noFill/>
              </a:ln>
            </p:spPr>
          </p:sp>
        </p:grpSp>
      </p:grpSp>
      <p:sp>
        <p:nvSpPr>
          <p:cNvPr id="1528536093" name="Rectangle 482"/>
          <p:cNvSpPr/>
          <p:nvPr userDrawn="1"/>
        </p:nvSpPr>
        <p:spPr bwMode="auto">
          <a:xfrm>
            <a:off x="11049447" y="6600570"/>
            <a:ext cx="1144157" cy="2550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63267308" name="Rectangle 487"/>
          <p:cNvSpPr/>
          <p:nvPr userDrawn="1"/>
        </p:nvSpPr>
        <p:spPr bwMode="auto">
          <a:xfrm>
            <a:off x="11053358" y="6594997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>
            <a:noFill/>
          </a:ln>
        </p:spPr>
      </p:sp>
      <p:sp>
        <p:nvSpPr>
          <p:cNvPr id="590589482" name="Rectangle 488"/>
          <p:cNvSpPr/>
          <p:nvPr userDrawn="1"/>
        </p:nvSpPr>
        <p:spPr bwMode="auto">
          <a:xfrm>
            <a:off x="11432934" y="6600570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1595924671" name="Rectangle 489"/>
          <p:cNvSpPr/>
          <p:nvPr userDrawn="1"/>
        </p:nvSpPr>
        <p:spPr bwMode="auto">
          <a:xfrm>
            <a:off x="11813271" y="6600570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762795184" name="Rectangle 471"/>
          <p:cNvSpPr/>
          <p:nvPr userDrawn="1"/>
        </p:nvSpPr>
        <p:spPr bwMode="auto">
          <a:xfrm>
            <a:off x="9905290" y="6598214"/>
            <a:ext cx="1144157" cy="2550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1407800636" name="Rectangle 476"/>
          <p:cNvSpPr/>
          <p:nvPr userDrawn="1"/>
        </p:nvSpPr>
        <p:spPr bwMode="auto">
          <a:xfrm>
            <a:off x="9909199" y="6598214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>
            <a:noFill/>
          </a:ln>
        </p:spPr>
      </p:sp>
      <p:sp>
        <p:nvSpPr>
          <p:cNvPr id="282029708" name="Rectangle 477"/>
          <p:cNvSpPr/>
          <p:nvPr userDrawn="1"/>
        </p:nvSpPr>
        <p:spPr bwMode="auto">
          <a:xfrm>
            <a:off x="10289537" y="6681515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0"/>
            </a:schemeClr>
          </a:solidFill>
          <a:ln>
            <a:noFill/>
          </a:ln>
        </p:spPr>
      </p:sp>
      <p:sp>
        <p:nvSpPr>
          <p:cNvPr id="1241724385" name="Rectangle 478"/>
          <p:cNvSpPr/>
          <p:nvPr userDrawn="1"/>
        </p:nvSpPr>
        <p:spPr bwMode="auto">
          <a:xfrm>
            <a:off x="10669114" y="6598214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>
            <a:noFill/>
          </a:ln>
        </p:spPr>
      </p:sp>
      <p:sp>
        <p:nvSpPr>
          <p:cNvPr id="468828590" name="Rectangle 460"/>
          <p:cNvSpPr/>
          <p:nvPr userDrawn="1"/>
        </p:nvSpPr>
        <p:spPr bwMode="auto">
          <a:xfrm>
            <a:off x="8760083" y="6600570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61626069" name="Rectangle 465"/>
          <p:cNvSpPr/>
          <p:nvPr userDrawn="1"/>
        </p:nvSpPr>
        <p:spPr bwMode="auto">
          <a:xfrm>
            <a:off x="8763994" y="6594997"/>
            <a:ext cx="381384" cy="25743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>
            <a:noFill/>
          </a:ln>
        </p:spPr>
      </p:sp>
      <p:sp>
        <p:nvSpPr>
          <p:cNvPr id="2081854157" name="Rectangle 466"/>
          <p:cNvSpPr/>
          <p:nvPr userDrawn="1"/>
        </p:nvSpPr>
        <p:spPr bwMode="auto">
          <a:xfrm>
            <a:off x="9150709" y="6594997"/>
            <a:ext cx="381384" cy="25743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</p:sp>
      <p:sp>
        <p:nvSpPr>
          <p:cNvPr id="595439669" name="Rectangle 467"/>
          <p:cNvSpPr/>
          <p:nvPr userDrawn="1"/>
        </p:nvSpPr>
        <p:spPr bwMode="auto">
          <a:xfrm>
            <a:off x="9521437" y="6597036"/>
            <a:ext cx="381384" cy="25743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>
            <a:noFill/>
          </a:ln>
        </p:spPr>
      </p:sp>
      <p:sp>
        <p:nvSpPr>
          <p:cNvPr id="114538875" name="Rectangle 449"/>
          <p:cNvSpPr/>
          <p:nvPr userDrawn="1"/>
        </p:nvSpPr>
        <p:spPr bwMode="auto">
          <a:xfrm>
            <a:off x="7618378" y="6598214"/>
            <a:ext cx="1144157" cy="25507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32998492" name="Rectangle 454"/>
          <p:cNvSpPr/>
          <p:nvPr userDrawn="1"/>
        </p:nvSpPr>
        <p:spPr bwMode="auto">
          <a:xfrm>
            <a:off x="7622289" y="6598214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>
            <a:noFill/>
          </a:ln>
        </p:spPr>
      </p:sp>
      <p:sp>
        <p:nvSpPr>
          <p:cNvPr id="1716360694" name="Rectangle 455"/>
          <p:cNvSpPr/>
          <p:nvPr userDrawn="1"/>
        </p:nvSpPr>
        <p:spPr bwMode="auto">
          <a:xfrm>
            <a:off x="8001866" y="6598214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1358553527" name="Rectangle 456"/>
          <p:cNvSpPr/>
          <p:nvPr userDrawn="1"/>
        </p:nvSpPr>
        <p:spPr bwMode="auto">
          <a:xfrm>
            <a:off x="8382201" y="6598214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684869961" name="Rectangle 438"/>
          <p:cNvSpPr/>
          <p:nvPr userDrawn="1"/>
        </p:nvSpPr>
        <p:spPr bwMode="auto">
          <a:xfrm>
            <a:off x="6477385" y="6598214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674506742" name="Rectangle 443"/>
          <p:cNvSpPr/>
          <p:nvPr userDrawn="1"/>
        </p:nvSpPr>
        <p:spPr bwMode="auto">
          <a:xfrm>
            <a:off x="6481296" y="6598214"/>
            <a:ext cx="381384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3999"/>
            </a:schemeClr>
          </a:solidFill>
          <a:ln>
            <a:noFill/>
          </a:ln>
        </p:spPr>
      </p:sp>
      <p:sp>
        <p:nvSpPr>
          <p:cNvPr id="1861567255" name="Rectangle 444"/>
          <p:cNvSpPr/>
          <p:nvPr userDrawn="1"/>
        </p:nvSpPr>
        <p:spPr bwMode="auto">
          <a:xfrm>
            <a:off x="6860871" y="6598214"/>
            <a:ext cx="381384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>
            <a:noFill/>
          </a:ln>
        </p:spPr>
      </p:sp>
      <p:sp>
        <p:nvSpPr>
          <p:cNvPr id="811601631" name="Rectangle 445"/>
          <p:cNvSpPr/>
          <p:nvPr userDrawn="1"/>
        </p:nvSpPr>
        <p:spPr bwMode="auto">
          <a:xfrm>
            <a:off x="7241207" y="6598214"/>
            <a:ext cx="381384" cy="257430"/>
          </a:xfrm>
          <a:prstGeom prst="rect">
            <a:avLst/>
          </a:prstGeom>
          <a:solidFill>
            <a:schemeClr val="accent4">
              <a:lumMod val="20000"/>
              <a:lumOff val="80000"/>
              <a:alpha val="26998"/>
            </a:schemeClr>
          </a:solidFill>
          <a:ln>
            <a:noFill/>
          </a:ln>
        </p:spPr>
      </p:sp>
      <p:sp>
        <p:nvSpPr>
          <p:cNvPr id="1725051770" name="Rectangle 422"/>
          <p:cNvSpPr/>
          <p:nvPr userDrawn="1"/>
        </p:nvSpPr>
        <p:spPr bwMode="auto">
          <a:xfrm>
            <a:off x="5330856" y="6599709"/>
            <a:ext cx="1144157" cy="2550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75978804" name="Rectangle 427"/>
          <p:cNvSpPr/>
          <p:nvPr userDrawn="1"/>
        </p:nvSpPr>
        <p:spPr bwMode="auto">
          <a:xfrm>
            <a:off x="5334768" y="6599709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>
            <a:noFill/>
          </a:ln>
        </p:spPr>
      </p:sp>
      <p:sp>
        <p:nvSpPr>
          <p:cNvPr id="1041789539" name="Rectangle 428"/>
          <p:cNvSpPr/>
          <p:nvPr userDrawn="1"/>
        </p:nvSpPr>
        <p:spPr bwMode="auto">
          <a:xfrm>
            <a:off x="5714343" y="6599709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1111155652" name="Rectangle 429"/>
          <p:cNvSpPr/>
          <p:nvPr userDrawn="1"/>
        </p:nvSpPr>
        <p:spPr bwMode="auto">
          <a:xfrm>
            <a:off x="6094679" y="6599709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756475669" name="Rectangle 411"/>
          <p:cNvSpPr/>
          <p:nvPr userDrawn="1"/>
        </p:nvSpPr>
        <p:spPr bwMode="auto">
          <a:xfrm>
            <a:off x="4186699" y="6597353"/>
            <a:ext cx="1144157" cy="2550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1746371594" name="Rectangle 416"/>
          <p:cNvSpPr/>
          <p:nvPr userDrawn="1"/>
        </p:nvSpPr>
        <p:spPr bwMode="auto">
          <a:xfrm>
            <a:off x="4190610" y="6597353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>
            <a:noFill/>
          </a:ln>
        </p:spPr>
      </p:sp>
      <p:sp>
        <p:nvSpPr>
          <p:cNvPr id="1422687309" name="Rectangle 417"/>
          <p:cNvSpPr/>
          <p:nvPr userDrawn="1"/>
        </p:nvSpPr>
        <p:spPr bwMode="auto">
          <a:xfrm>
            <a:off x="4570186" y="6597353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0"/>
            </a:schemeClr>
          </a:solidFill>
          <a:ln>
            <a:noFill/>
          </a:ln>
        </p:spPr>
      </p:sp>
      <p:sp>
        <p:nvSpPr>
          <p:cNvPr id="1419970216" name="Rectangle 418"/>
          <p:cNvSpPr/>
          <p:nvPr userDrawn="1"/>
        </p:nvSpPr>
        <p:spPr bwMode="auto">
          <a:xfrm>
            <a:off x="4950522" y="6597353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>
            <a:noFill/>
          </a:ln>
        </p:spPr>
      </p:sp>
      <p:sp>
        <p:nvSpPr>
          <p:cNvPr id="2086136142" name="Rectangle 400"/>
          <p:cNvSpPr/>
          <p:nvPr userDrawn="1"/>
        </p:nvSpPr>
        <p:spPr bwMode="auto">
          <a:xfrm>
            <a:off x="3041491" y="6599709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973554625" name="Rectangle 405"/>
          <p:cNvSpPr/>
          <p:nvPr userDrawn="1"/>
        </p:nvSpPr>
        <p:spPr bwMode="auto">
          <a:xfrm>
            <a:off x="3045402" y="6599709"/>
            <a:ext cx="381384" cy="25743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>
            <a:noFill/>
          </a:ln>
        </p:spPr>
      </p:sp>
      <p:sp>
        <p:nvSpPr>
          <p:cNvPr id="1413981699" name="Rectangle 406"/>
          <p:cNvSpPr/>
          <p:nvPr userDrawn="1"/>
        </p:nvSpPr>
        <p:spPr bwMode="auto">
          <a:xfrm>
            <a:off x="3424979" y="6599709"/>
            <a:ext cx="381384" cy="25743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</p:sp>
      <p:sp>
        <p:nvSpPr>
          <p:cNvPr id="1853866002" name="Rectangle 407"/>
          <p:cNvSpPr/>
          <p:nvPr userDrawn="1"/>
        </p:nvSpPr>
        <p:spPr bwMode="auto">
          <a:xfrm>
            <a:off x="3805314" y="6599709"/>
            <a:ext cx="381384" cy="25743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>
            <a:noFill/>
          </a:ln>
        </p:spPr>
      </p:sp>
      <p:sp>
        <p:nvSpPr>
          <p:cNvPr id="1032029419" name="Rectangle 389"/>
          <p:cNvSpPr/>
          <p:nvPr userDrawn="1"/>
        </p:nvSpPr>
        <p:spPr bwMode="auto">
          <a:xfrm>
            <a:off x="1899786" y="6597353"/>
            <a:ext cx="1144157" cy="25507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44363520" name="Rectangle 394"/>
          <p:cNvSpPr/>
          <p:nvPr userDrawn="1"/>
        </p:nvSpPr>
        <p:spPr bwMode="auto">
          <a:xfrm>
            <a:off x="1903697" y="65973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>
            <a:noFill/>
          </a:ln>
        </p:spPr>
      </p:sp>
      <p:sp>
        <p:nvSpPr>
          <p:cNvPr id="711387877" name="Rectangle 395"/>
          <p:cNvSpPr/>
          <p:nvPr userDrawn="1"/>
        </p:nvSpPr>
        <p:spPr bwMode="auto">
          <a:xfrm>
            <a:off x="2283274" y="65973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1199676205" name="Rectangle 396"/>
          <p:cNvSpPr/>
          <p:nvPr userDrawn="1"/>
        </p:nvSpPr>
        <p:spPr bwMode="auto">
          <a:xfrm>
            <a:off x="2663610" y="65973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268048029" name="Rectangle 378"/>
          <p:cNvSpPr/>
          <p:nvPr userDrawn="1"/>
        </p:nvSpPr>
        <p:spPr bwMode="auto">
          <a:xfrm>
            <a:off x="758793" y="6597353"/>
            <a:ext cx="1144157" cy="25743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20237084" name="Rectangle 383"/>
          <p:cNvSpPr/>
          <p:nvPr userDrawn="1"/>
        </p:nvSpPr>
        <p:spPr bwMode="auto">
          <a:xfrm>
            <a:off x="762703" y="6597353"/>
            <a:ext cx="381384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3999"/>
            </a:schemeClr>
          </a:solidFill>
          <a:ln>
            <a:noFill/>
          </a:ln>
        </p:spPr>
      </p:sp>
      <p:sp>
        <p:nvSpPr>
          <p:cNvPr id="290018929" name="Rectangle 384"/>
          <p:cNvSpPr/>
          <p:nvPr userDrawn="1"/>
        </p:nvSpPr>
        <p:spPr bwMode="auto">
          <a:xfrm>
            <a:off x="1142281" y="6597353"/>
            <a:ext cx="381384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>
            <a:noFill/>
          </a:ln>
        </p:spPr>
      </p:sp>
      <p:sp>
        <p:nvSpPr>
          <p:cNvPr id="269783671" name="Rectangle 385"/>
          <p:cNvSpPr/>
          <p:nvPr userDrawn="1"/>
        </p:nvSpPr>
        <p:spPr bwMode="auto">
          <a:xfrm>
            <a:off x="1522615" y="6597353"/>
            <a:ext cx="381384" cy="257430"/>
          </a:xfrm>
          <a:prstGeom prst="rect">
            <a:avLst/>
          </a:prstGeom>
          <a:solidFill>
            <a:schemeClr val="accent4">
              <a:lumMod val="20000"/>
              <a:lumOff val="80000"/>
              <a:alpha val="26998"/>
            </a:schemeClr>
          </a:solidFill>
          <a:ln>
            <a:noFill/>
          </a:ln>
        </p:spPr>
      </p:sp>
      <p:sp>
        <p:nvSpPr>
          <p:cNvPr id="126769123" name="Rectangle 365"/>
          <p:cNvSpPr/>
          <p:nvPr userDrawn="1"/>
        </p:nvSpPr>
        <p:spPr bwMode="auto">
          <a:xfrm>
            <a:off x="-1" y="6599851"/>
            <a:ext cx="765171" cy="2549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238120322" name="Rectangle 369"/>
          <p:cNvSpPr/>
          <p:nvPr userDrawn="1"/>
        </p:nvSpPr>
        <p:spPr bwMode="auto">
          <a:xfrm>
            <a:off x="4502" y="65998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793124531" name="Rectangle 370"/>
          <p:cNvSpPr/>
          <p:nvPr userDrawn="1"/>
        </p:nvSpPr>
        <p:spPr bwMode="auto">
          <a:xfrm>
            <a:off x="384838" y="65998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702226565" name="Text Placeholder 2"/>
          <p:cNvSpPr>
            <a:spLocks noGrp="1"/>
          </p:cNvSpPr>
          <p:nvPr userDrawn="1">
            <p:ph type="body" idx="1"/>
          </p:nvPr>
        </p:nvSpPr>
        <p:spPr bwMode="auto">
          <a:xfrm>
            <a:off x="609599" y="1340767"/>
            <a:ext cx="10972800" cy="460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46410387" name="Title 1"/>
          <p:cNvSpPr>
            <a:spLocks noGrp="1"/>
          </p:cNvSpPr>
          <p:nvPr userDrawn="1">
            <p:ph type="title"/>
          </p:nvPr>
        </p:nvSpPr>
        <p:spPr bwMode="auto">
          <a:xfrm>
            <a:off x="2676487" y="220639"/>
            <a:ext cx="6750077" cy="856127"/>
          </a:xfrm>
          <a:prstGeom prst="rect">
            <a:avLst/>
          </a:prstGeom>
          <a:solidFill>
            <a:schemeClr val="bg1">
              <a:alpha val="84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11748172" name="Slide Number Placeholder 5"/>
          <p:cNvSpPr>
            <a:spLocks noGrp="1"/>
          </p:cNvSpPr>
          <p:nvPr userDrawn="1">
            <p:ph type="sldNum" sz="quarter" idx="4"/>
          </p:nvPr>
        </p:nvSpPr>
        <p:spPr bwMode="auto">
          <a:xfrm>
            <a:off x="5190395" y="6132835"/>
            <a:ext cx="952634" cy="365125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algn="ctr">
              <a:defRPr/>
            </a:lvl1pPr>
          </a:lstStyle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  <p:sp>
        <p:nvSpPr>
          <p:cNvPr id="1454939760" name="Date Placeholder 3"/>
          <p:cNvSpPr>
            <a:spLocks noGrp="1"/>
          </p:cNvSpPr>
          <p:nvPr userDrawn="1">
            <p:ph type="dt" sz="half" idx="2"/>
          </p:nvPr>
        </p:nvSpPr>
        <p:spPr bwMode="auto">
          <a:xfrm>
            <a:off x="607261" y="6109507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180087909" name="Footer Placeholder 4"/>
          <p:cNvSpPr>
            <a:spLocks noGrp="1"/>
          </p:cNvSpPr>
          <p:nvPr userDrawn="1">
            <p:ph type="ftr" sz="quarter" idx="3"/>
          </p:nvPr>
        </p:nvSpPr>
        <p:spPr bwMode="auto">
          <a:xfrm>
            <a:off x="7758885" y="6132835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>
        <a:spcBef>
          <a:spcPts val="0"/>
        </a:spcBef>
        <a:buNone/>
        <a:defRPr sz="3200" b="1">
          <a:solidFill>
            <a:schemeClr val="accent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>
        <a:spcBef>
          <a:spcPts val="0"/>
        </a:spcBef>
        <a:buFont typeface="Arial"/>
        <a:buChar char="•"/>
        <a:defRPr sz="3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>
        <a:spcBef>
          <a:spcPts val="0"/>
        </a:spcBef>
        <a:buFont typeface="Arial"/>
        <a:buChar char="–"/>
        <a:defRPr sz="28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>
        <a:spcBef>
          <a:spcPts val="0"/>
        </a:spcBef>
        <a:buFont typeface="Arial"/>
        <a:buChar char="•"/>
        <a:defRPr sz="24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>
        <a:spcBef>
          <a:spcPts val="0"/>
        </a:spcBef>
        <a:buFont typeface="Arial"/>
        <a:buChar char="–"/>
        <a:defRPr sz="20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>
        <a:spcBef>
          <a:spcPts val="0"/>
        </a:spcBef>
        <a:buFont typeface="Arial"/>
        <a:buChar char="»"/>
        <a:defRPr sz="20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652721" name="Rectangle 245"/>
          <p:cNvSpPr/>
          <p:nvPr userDrawn="1"/>
        </p:nvSpPr>
        <p:spPr bwMode="auto">
          <a:xfrm>
            <a:off x="759075" y="-8406"/>
            <a:ext cx="1144579" cy="864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634393086" name="Rectangle 350"/>
          <p:cNvSpPr/>
          <p:nvPr userDrawn="1"/>
        </p:nvSpPr>
        <p:spPr bwMode="auto">
          <a:xfrm>
            <a:off x="1" y="-5610"/>
            <a:ext cx="765453" cy="86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577944329" name="Group 6"/>
          <p:cNvGrpSpPr/>
          <p:nvPr userDrawn="1"/>
        </p:nvGrpSpPr>
        <p:grpSpPr bwMode="auto">
          <a:xfrm>
            <a:off x="2" y="-8405"/>
            <a:ext cx="12199158" cy="867598"/>
            <a:chOff x="1" y="-11207"/>
            <a:chExt cx="12199158" cy="1156798"/>
          </a:xfrm>
        </p:grpSpPr>
        <p:grpSp>
          <p:nvGrpSpPr>
            <p:cNvPr id="113" name="Group 112"/>
            <p:cNvGrpSpPr/>
            <p:nvPr userDrawn="1"/>
          </p:nvGrpSpPr>
          <p:grpSpPr bwMode="auto">
            <a:xfrm>
              <a:off x="11052937" y="-6409"/>
              <a:ext cx="1146222" cy="1147201"/>
              <a:chOff x="8985289" y="2208431"/>
              <a:chExt cx="1153652" cy="1152000"/>
            </a:xfrm>
          </p:grpSpPr>
          <p:sp>
            <p:nvSpPr>
              <p:cNvPr id="6" name="Rectangle 5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5" name="Group 4"/>
              <p:cNvGrpSpPr/>
              <p:nvPr userDrawn="1"/>
            </p:nvGrpSpPr>
            <p:grpSpPr bwMode="auto">
              <a:xfrm>
                <a:off x="8985289" y="2208431"/>
                <a:ext cx="1153652" cy="1152000"/>
                <a:chOff x="8985289" y="2208431"/>
                <a:chExt cx="1153652" cy="1152000"/>
              </a:xfrm>
            </p:grpSpPr>
            <p:sp>
              <p:nvSpPr>
                <p:cNvPr id="158" name="Rectangle 157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159" name="Rectangle 158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160" name="Rectangle 159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161" name="Rectangle 160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162" name="Rectangle 161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63" name="Rectangle 162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164" name="Rectangle 163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165" name="Rectangle 164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66" name="Rectangle 165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191" name="Group 190"/>
            <p:cNvGrpSpPr/>
            <p:nvPr userDrawn="1"/>
          </p:nvGrpSpPr>
          <p:grpSpPr bwMode="auto">
            <a:xfrm>
              <a:off x="9908949" y="-9923"/>
              <a:ext cx="1145630" cy="1152000"/>
              <a:chOff x="8985885" y="2208431"/>
              <a:chExt cx="1153056" cy="1152000"/>
            </a:xfrm>
          </p:grpSpPr>
          <p:sp>
            <p:nvSpPr>
              <p:cNvPr id="192" name="Rectangle 191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193" name="Group 192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194" name="Rectangle 193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195" name="Rectangle 194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196" name="Rectangle 195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197" name="Rectangle 196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198" name="Rectangle 197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99" name="Rectangle 198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00" name="Rectangle 199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01" name="Rectangle 200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02" name="Rectangle 201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03" name="Group 202"/>
            <p:cNvGrpSpPr/>
            <p:nvPr userDrawn="1"/>
          </p:nvGrpSpPr>
          <p:grpSpPr bwMode="auto">
            <a:xfrm>
              <a:off x="8763318" y="-6409"/>
              <a:ext cx="1149082" cy="1152000"/>
              <a:chOff x="8985885" y="2208431"/>
              <a:chExt cx="1156531" cy="1152000"/>
            </a:xfrm>
          </p:grpSpPr>
          <p:sp>
            <p:nvSpPr>
              <p:cNvPr id="204" name="Rectangle 203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05" name="Group 204"/>
              <p:cNvGrpSpPr/>
              <p:nvPr userDrawn="1"/>
            </p:nvGrpSpPr>
            <p:grpSpPr bwMode="auto">
              <a:xfrm>
                <a:off x="8988763" y="2208431"/>
                <a:ext cx="1153652" cy="1152000"/>
                <a:chOff x="8988763" y="2208431"/>
                <a:chExt cx="1153652" cy="1152000"/>
              </a:xfrm>
            </p:grpSpPr>
            <p:sp>
              <p:nvSpPr>
                <p:cNvPr id="206" name="Rectangle 205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207" name="Rectangle 206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208" name="Rectangle 207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209" name="Rectangle 208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210" name="Rectangle 209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11" name="Rectangle 210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12" name="Rectangle 211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13" name="Rectangle 212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14" name="Rectangle 213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15" name="Group 214"/>
            <p:cNvGrpSpPr/>
            <p:nvPr userDrawn="1"/>
          </p:nvGrpSpPr>
          <p:grpSpPr bwMode="auto">
            <a:xfrm>
              <a:off x="7621191" y="-9923"/>
              <a:ext cx="1145630" cy="1152000"/>
              <a:chOff x="8985885" y="2208431"/>
              <a:chExt cx="1153056" cy="1152000"/>
            </a:xfrm>
          </p:grpSpPr>
          <p:sp>
            <p:nvSpPr>
              <p:cNvPr id="216" name="Rectangle 215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217" name="Group 216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18" name="Rectangle 217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19" name="Rectangle 218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220" name="Rectangle 219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221" name="Rectangle 220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222" name="Rectangle 221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23" name="Rectangle 222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24" name="Rectangle 223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225" name="Rectangle 224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26" name="Rectangle 225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27" name="Group 226"/>
            <p:cNvGrpSpPr/>
            <p:nvPr userDrawn="1"/>
          </p:nvGrpSpPr>
          <p:grpSpPr bwMode="auto">
            <a:xfrm>
              <a:off x="6479777" y="-9923"/>
              <a:ext cx="1145630" cy="1152000"/>
              <a:chOff x="8985885" y="2208431"/>
              <a:chExt cx="1153056" cy="1152000"/>
            </a:xfrm>
          </p:grpSpPr>
          <p:sp>
            <p:nvSpPr>
              <p:cNvPr id="228" name="Rectangle 22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29" name="Group 228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30" name="Rectangle 22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>
                  <a:noFill/>
                </a:ln>
              </p:spPr>
            </p:sp>
            <p:sp>
              <p:nvSpPr>
                <p:cNvPr id="231" name="Rectangle 23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>
                  <a:noFill/>
                </a:ln>
              </p:spPr>
            </p:sp>
            <p:sp>
              <p:nvSpPr>
                <p:cNvPr id="232" name="Rectangle 23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5999"/>
                  </a:schemeClr>
                </a:solidFill>
                <a:ln>
                  <a:noFill/>
                </a:ln>
              </p:spPr>
            </p:sp>
            <p:sp>
              <p:nvSpPr>
                <p:cNvPr id="233" name="Rectangle 23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34" name="Rectangle 23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>
                  <a:noFill/>
                </a:ln>
              </p:spPr>
            </p:sp>
            <p:sp>
              <p:nvSpPr>
                <p:cNvPr id="235" name="Rectangle 23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6998"/>
                  </a:schemeClr>
                </a:solidFill>
                <a:ln>
                  <a:noFill/>
                </a:ln>
              </p:spPr>
            </p:sp>
            <p:sp>
              <p:nvSpPr>
                <p:cNvPr id="236" name="Rectangle 23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>
                  <a:noFill/>
                </a:ln>
              </p:spPr>
            </p:sp>
            <p:sp>
              <p:nvSpPr>
                <p:cNvPr id="237" name="Rectangle 23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38" name="Rectangle 237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1" name="Group 240"/>
            <p:cNvGrpSpPr/>
            <p:nvPr userDrawn="1"/>
          </p:nvGrpSpPr>
          <p:grpSpPr bwMode="auto">
            <a:xfrm>
              <a:off x="5332234" y="-7693"/>
              <a:ext cx="1146222" cy="1152000"/>
              <a:chOff x="8985289" y="2208431"/>
              <a:chExt cx="1153652" cy="1152000"/>
            </a:xfrm>
          </p:grpSpPr>
          <p:sp>
            <p:nvSpPr>
              <p:cNvPr id="290" name="Rectangle 289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291" name="Group 290"/>
              <p:cNvGrpSpPr/>
              <p:nvPr userDrawn="1"/>
            </p:nvGrpSpPr>
            <p:grpSpPr bwMode="auto">
              <a:xfrm>
                <a:off x="8985289" y="2208431"/>
                <a:ext cx="1153652" cy="1152000"/>
                <a:chOff x="8985289" y="2208431"/>
                <a:chExt cx="1153652" cy="1152000"/>
              </a:xfrm>
            </p:grpSpPr>
            <p:sp>
              <p:nvSpPr>
                <p:cNvPr id="292" name="Rectangle 291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293" name="Rectangle 292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294" name="Rectangle 293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295" name="Rectangle 294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296" name="Rectangle 295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97" name="Rectangle 296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98" name="Rectangle 297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99" name="Rectangle 298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300" name="Rectangle 299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2" name="Group 241"/>
            <p:cNvGrpSpPr/>
            <p:nvPr userDrawn="1"/>
          </p:nvGrpSpPr>
          <p:grpSpPr bwMode="auto">
            <a:xfrm>
              <a:off x="4188246" y="-11207"/>
              <a:ext cx="1145630" cy="1152000"/>
              <a:chOff x="8985885" y="2208431"/>
              <a:chExt cx="1153056" cy="1152000"/>
            </a:xfrm>
          </p:grpSpPr>
          <p:sp>
            <p:nvSpPr>
              <p:cNvPr id="279" name="Rectangle 278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280" name="Group 279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81" name="Rectangle 280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82" name="Rectangle 281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283" name="Rectangle 282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84" name="Rectangle 283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285" name="Rectangle 284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86" name="Rectangle 285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87" name="Rectangle 286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88" name="Rectangle 287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89" name="Rectangle 288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3" name="Group 242"/>
            <p:cNvGrpSpPr/>
            <p:nvPr userDrawn="1"/>
          </p:nvGrpSpPr>
          <p:grpSpPr bwMode="auto">
            <a:xfrm>
              <a:off x="3042615" y="-7693"/>
              <a:ext cx="1149082" cy="1152000"/>
              <a:chOff x="8985885" y="2208431"/>
              <a:chExt cx="1156531" cy="1152000"/>
            </a:xfrm>
          </p:grpSpPr>
          <p:sp>
            <p:nvSpPr>
              <p:cNvPr id="268" name="Rectangle 26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69" name="Group 268"/>
              <p:cNvGrpSpPr/>
              <p:nvPr userDrawn="1"/>
            </p:nvGrpSpPr>
            <p:grpSpPr bwMode="auto">
              <a:xfrm>
                <a:off x="8988763" y="2208431"/>
                <a:ext cx="1153652" cy="1152000"/>
                <a:chOff x="8988763" y="2208431"/>
                <a:chExt cx="1153652" cy="1152000"/>
              </a:xfrm>
            </p:grpSpPr>
            <p:sp>
              <p:nvSpPr>
                <p:cNvPr id="270" name="Rectangle 26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271" name="Rectangle 27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272" name="Rectangle 27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273" name="Rectangle 27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274" name="Rectangle 27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75" name="Rectangle 27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76" name="Rectangle 27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77" name="Rectangle 27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78" name="Rectangle 277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4" name="Group 243"/>
            <p:cNvGrpSpPr/>
            <p:nvPr userDrawn="1"/>
          </p:nvGrpSpPr>
          <p:grpSpPr bwMode="auto">
            <a:xfrm>
              <a:off x="1900489" y="-11207"/>
              <a:ext cx="1145630" cy="1152000"/>
              <a:chOff x="8985885" y="2208431"/>
              <a:chExt cx="1153056" cy="1152000"/>
            </a:xfrm>
          </p:grpSpPr>
          <p:sp>
            <p:nvSpPr>
              <p:cNvPr id="257" name="Rectangle 256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258" name="Group 257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59" name="Rectangle 258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60" name="Rectangle 259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261" name="Rectangle 260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262" name="Rectangle 261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263" name="Rectangle 262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64" name="Rectangle 263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65" name="Rectangle 264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266" name="Rectangle 265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67" name="Rectangle 266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4" name="Group 3"/>
            <p:cNvGrpSpPr/>
            <p:nvPr userDrawn="1"/>
          </p:nvGrpSpPr>
          <p:grpSpPr bwMode="auto">
            <a:xfrm>
              <a:off x="762985" y="-11207"/>
              <a:ext cx="1141719" cy="1156798"/>
              <a:chOff x="762985" y="-11207"/>
              <a:chExt cx="1141719" cy="1156798"/>
            </a:xfrm>
          </p:grpSpPr>
          <p:sp>
            <p:nvSpPr>
              <p:cNvPr id="248" name="Rectangle 247"/>
              <p:cNvSpPr/>
              <p:nvPr userDrawn="1"/>
            </p:nvSpPr>
            <p:spPr bwMode="auto">
              <a:xfrm>
                <a:off x="762985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48000"/>
                </a:schemeClr>
              </a:solidFill>
              <a:ln>
                <a:noFill/>
              </a:ln>
            </p:spPr>
          </p:sp>
          <p:sp>
            <p:nvSpPr>
              <p:cNvPr id="249" name="Rectangle 248"/>
              <p:cNvSpPr/>
              <p:nvPr userDrawn="1"/>
            </p:nvSpPr>
            <p:spPr bwMode="auto">
              <a:xfrm>
                <a:off x="1142702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29000"/>
                </a:schemeClr>
              </a:solidFill>
              <a:ln>
                <a:noFill/>
              </a:ln>
            </p:spPr>
          </p:sp>
          <p:sp>
            <p:nvSpPr>
              <p:cNvPr id="250" name="Rectangle 249"/>
              <p:cNvSpPr/>
              <p:nvPr userDrawn="1"/>
            </p:nvSpPr>
            <p:spPr bwMode="auto">
              <a:xfrm>
                <a:off x="1523178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75000"/>
                  <a:alpha val="15999"/>
                </a:schemeClr>
              </a:solidFill>
              <a:ln>
                <a:noFill/>
              </a:ln>
            </p:spPr>
          </p:sp>
          <p:sp>
            <p:nvSpPr>
              <p:cNvPr id="251" name="Rectangle 250"/>
              <p:cNvSpPr/>
              <p:nvPr userDrawn="1"/>
            </p:nvSpPr>
            <p:spPr bwMode="auto">
              <a:xfrm>
                <a:off x="762985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3999"/>
                </a:schemeClr>
              </a:solidFill>
              <a:ln>
                <a:noFill/>
              </a:ln>
            </p:spPr>
          </p:sp>
          <p:sp>
            <p:nvSpPr>
              <p:cNvPr id="252" name="Rectangle 251"/>
              <p:cNvSpPr/>
              <p:nvPr userDrawn="1"/>
            </p:nvSpPr>
            <p:spPr bwMode="auto">
              <a:xfrm>
                <a:off x="1142702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23000"/>
                </a:schemeClr>
              </a:solidFill>
              <a:ln>
                <a:noFill/>
              </a:ln>
            </p:spPr>
          </p:sp>
          <p:sp>
            <p:nvSpPr>
              <p:cNvPr id="253" name="Rectangle 252"/>
              <p:cNvSpPr/>
              <p:nvPr userDrawn="1"/>
            </p:nvSpPr>
            <p:spPr bwMode="auto">
              <a:xfrm>
                <a:off x="1523178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6998"/>
                </a:schemeClr>
              </a:solidFill>
              <a:ln>
                <a:noFill/>
              </a:ln>
            </p:spPr>
          </p:sp>
          <p:sp>
            <p:nvSpPr>
              <p:cNvPr id="254" name="Rectangle 253"/>
              <p:cNvSpPr/>
              <p:nvPr userDrawn="1"/>
            </p:nvSpPr>
            <p:spPr bwMode="auto">
              <a:xfrm>
                <a:off x="765835" y="761590"/>
                <a:ext cx="381526" cy="383999"/>
              </a:xfrm>
              <a:prstGeom prst="rect">
                <a:avLst/>
              </a:prstGeom>
              <a:solidFill>
                <a:schemeClr val="accent2">
                  <a:lumMod val="75000"/>
                  <a:alpha val="65000"/>
                </a:schemeClr>
              </a:solidFill>
              <a:ln>
                <a:noFill/>
              </a:ln>
            </p:spPr>
          </p:sp>
          <p:sp>
            <p:nvSpPr>
              <p:cNvPr id="255" name="Rectangle 254"/>
              <p:cNvSpPr/>
              <p:nvPr userDrawn="1"/>
            </p:nvSpPr>
            <p:spPr bwMode="auto">
              <a:xfrm>
                <a:off x="1141651" y="756792"/>
                <a:ext cx="381526" cy="383999"/>
              </a:xfrm>
              <a:prstGeom prst="rect">
                <a:avLst/>
              </a:prstGeom>
              <a:solidFill>
                <a:schemeClr val="accent2">
                  <a:alpha val="0"/>
                </a:schemeClr>
              </a:solidFill>
              <a:ln>
                <a:noFill/>
              </a:ln>
            </p:spPr>
          </p:sp>
          <p:sp>
            <p:nvSpPr>
              <p:cNvPr id="256" name="Rectangle 255"/>
              <p:cNvSpPr/>
              <p:nvPr userDrawn="1"/>
            </p:nvSpPr>
            <p:spPr bwMode="auto">
              <a:xfrm>
                <a:off x="1522127" y="756792"/>
                <a:ext cx="381526" cy="383999"/>
              </a:xfrm>
              <a:prstGeom prst="rect">
                <a:avLst/>
              </a:prstGeom>
              <a:solidFill>
                <a:schemeClr val="accent6">
                  <a:lumMod val="75000"/>
                  <a:alpha val="57000"/>
                </a:schemeClr>
              </a:solidFill>
              <a:ln>
                <a:noFill/>
              </a:ln>
            </p:spPr>
          </p:sp>
        </p:grpSp>
        <p:grpSp>
          <p:nvGrpSpPr>
            <p:cNvPr id="352" name="Group 351"/>
            <p:cNvGrpSpPr/>
            <p:nvPr userDrawn="1"/>
          </p:nvGrpSpPr>
          <p:grpSpPr bwMode="auto">
            <a:xfrm>
              <a:off x="1" y="-7479"/>
              <a:ext cx="766505" cy="1148271"/>
              <a:chOff x="9367467" y="2208431"/>
              <a:chExt cx="771474" cy="1152000"/>
            </a:xfrm>
          </p:grpSpPr>
          <p:sp>
            <p:nvSpPr>
              <p:cNvPr id="354" name="Rectangle 353"/>
              <p:cNvSpPr/>
              <p:nvPr userDrawn="1"/>
            </p:nvSpPr>
            <p:spPr bwMode="auto">
              <a:xfrm>
                <a:off x="9367467" y="2592432"/>
                <a:ext cx="383999" cy="383999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</p:sp>
          <p:sp>
            <p:nvSpPr>
              <p:cNvPr id="355" name="Rectangle 354"/>
              <p:cNvSpPr/>
              <p:nvPr userDrawn="1"/>
            </p:nvSpPr>
            <p:spPr bwMode="auto">
              <a:xfrm>
                <a:off x="9750410" y="2592432"/>
                <a:ext cx="383999" cy="383999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  <a:alpha val="45000"/>
                </a:schemeClr>
              </a:solidFill>
              <a:ln>
                <a:noFill/>
              </a:ln>
            </p:spPr>
          </p:sp>
          <p:sp>
            <p:nvSpPr>
              <p:cNvPr id="357" name="Rectangle 356"/>
              <p:cNvSpPr/>
              <p:nvPr userDrawn="1"/>
            </p:nvSpPr>
            <p:spPr bwMode="auto">
              <a:xfrm>
                <a:off x="9371999" y="2208431"/>
                <a:ext cx="383999" cy="383999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0"/>
                </a:schemeClr>
              </a:solidFill>
              <a:ln>
                <a:noFill/>
              </a:ln>
            </p:spPr>
          </p:sp>
          <p:sp>
            <p:nvSpPr>
              <p:cNvPr id="358" name="Rectangle 357"/>
              <p:cNvSpPr/>
              <p:nvPr userDrawn="1"/>
            </p:nvSpPr>
            <p:spPr bwMode="auto">
              <a:xfrm>
                <a:off x="9754942" y="2208431"/>
                <a:ext cx="383999" cy="383999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50000"/>
                </a:schemeClr>
              </a:solidFill>
              <a:ln>
                <a:noFill/>
              </a:ln>
            </p:spPr>
          </p:sp>
          <p:sp>
            <p:nvSpPr>
              <p:cNvPr id="360" name="Rectangle 359"/>
              <p:cNvSpPr/>
              <p:nvPr userDrawn="1"/>
            </p:nvSpPr>
            <p:spPr bwMode="auto">
              <a:xfrm>
                <a:off x="9370942" y="2976431"/>
                <a:ext cx="383999" cy="383999"/>
              </a:xfrm>
              <a:prstGeom prst="rect">
                <a:avLst/>
              </a:prstGeom>
              <a:solidFill>
                <a:schemeClr val="tx2">
                  <a:lumMod val="75000"/>
                  <a:alpha val="0"/>
                </a:schemeClr>
              </a:solidFill>
              <a:ln>
                <a:noFill/>
              </a:ln>
            </p:spPr>
          </p:sp>
          <p:sp>
            <p:nvSpPr>
              <p:cNvPr id="361" name="Rectangle 360"/>
              <p:cNvSpPr/>
              <p:nvPr userDrawn="1"/>
            </p:nvSpPr>
            <p:spPr bwMode="auto">
              <a:xfrm>
                <a:off x="9753885" y="2976431"/>
                <a:ext cx="383999" cy="383999"/>
              </a:xfrm>
              <a:prstGeom prst="rect">
                <a:avLst/>
              </a:prstGeom>
              <a:solidFill>
                <a:schemeClr val="tx2">
                  <a:lumMod val="75000"/>
                  <a:alpha val="20000"/>
                </a:schemeClr>
              </a:solidFill>
              <a:ln>
                <a:noFill/>
              </a:ln>
            </p:spPr>
          </p:sp>
        </p:grpSp>
      </p:grpSp>
      <p:sp>
        <p:nvSpPr>
          <p:cNvPr id="150989445" name="Rectangle 482"/>
          <p:cNvSpPr/>
          <p:nvPr userDrawn="1"/>
        </p:nvSpPr>
        <p:spPr bwMode="auto">
          <a:xfrm>
            <a:off x="11049447" y="6600570"/>
            <a:ext cx="1144157" cy="2550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166751726" name="Rectangle 487"/>
          <p:cNvSpPr/>
          <p:nvPr userDrawn="1"/>
        </p:nvSpPr>
        <p:spPr bwMode="auto">
          <a:xfrm>
            <a:off x="11053358" y="6594997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>
            <a:noFill/>
          </a:ln>
        </p:spPr>
      </p:sp>
      <p:sp>
        <p:nvSpPr>
          <p:cNvPr id="826611979" name="Rectangle 488"/>
          <p:cNvSpPr/>
          <p:nvPr userDrawn="1"/>
        </p:nvSpPr>
        <p:spPr bwMode="auto">
          <a:xfrm>
            <a:off x="11432934" y="6600570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2072621526" name="Rectangle 489"/>
          <p:cNvSpPr/>
          <p:nvPr userDrawn="1"/>
        </p:nvSpPr>
        <p:spPr bwMode="auto">
          <a:xfrm>
            <a:off x="11813271" y="6600570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200432524" name="Rectangle 471"/>
          <p:cNvSpPr/>
          <p:nvPr userDrawn="1"/>
        </p:nvSpPr>
        <p:spPr bwMode="auto">
          <a:xfrm>
            <a:off x="9905290" y="6598214"/>
            <a:ext cx="1144157" cy="2550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803581013" name="Rectangle 476"/>
          <p:cNvSpPr/>
          <p:nvPr userDrawn="1"/>
        </p:nvSpPr>
        <p:spPr bwMode="auto">
          <a:xfrm>
            <a:off x="9909199" y="6598214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>
            <a:noFill/>
          </a:ln>
        </p:spPr>
      </p:sp>
      <p:sp>
        <p:nvSpPr>
          <p:cNvPr id="1560849008" name="Rectangle 477"/>
          <p:cNvSpPr/>
          <p:nvPr userDrawn="1"/>
        </p:nvSpPr>
        <p:spPr bwMode="auto">
          <a:xfrm>
            <a:off x="10289537" y="6681515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0"/>
            </a:schemeClr>
          </a:solidFill>
          <a:ln>
            <a:noFill/>
          </a:ln>
        </p:spPr>
      </p:sp>
      <p:sp>
        <p:nvSpPr>
          <p:cNvPr id="1950718320" name="Rectangle 478"/>
          <p:cNvSpPr/>
          <p:nvPr userDrawn="1"/>
        </p:nvSpPr>
        <p:spPr bwMode="auto">
          <a:xfrm>
            <a:off x="10669114" y="6598214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>
            <a:noFill/>
          </a:ln>
        </p:spPr>
      </p:sp>
      <p:sp>
        <p:nvSpPr>
          <p:cNvPr id="910270008" name="Rectangle 460"/>
          <p:cNvSpPr/>
          <p:nvPr userDrawn="1"/>
        </p:nvSpPr>
        <p:spPr bwMode="auto">
          <a:xfrm>
            <a:off x="8760083" y="6600570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59272831" name="Rectangle 465"/>
          <p:cNvSpPr/>
          <p:nvPr userDrawn="1"/>
        </p:nvSpPr>
        <p:spPr bwMode="auto">
          <a:xfrm>
            <a:off x="8763994" y="6594997"/>
            <a:ext cx="381384" cy="25743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>
            <a:noFill/>
          </a:ln>
        </p:spPr>
      </p:sp>
      <p:sp>
        <p:nvSpPr>
          <p:cNvPr id="404820294" name="Rectangle 466"/>
          <p:cNvSpPr/>
          <p:nvPr userDrawn="1"/>
        </p:nvSpPr>
        <p:spPr bwMode="auto">
          <a:xfrm>
            <a:off x="9150709" y="6594997"/>
            <a:ext cx="381384" cy="25743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</p:sp>
      <p:sp>
        <p:nvSpPr>
          <p:cNvPr id="225532707" name="Rectangle 467"/>
          <p:cNvSpPr/>
          <p:nvPr userDrawn="1"/>
        </p:nvSpPr>
        <p:spPr bwMode="auto">
          <a:xfrm>
            <a:off x="9521437" y="6597036"/>
            <a:ext cx="381384" cy="25743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>
            <a:noFill/>
          </a:ln>
        </p:spPr>
      </p:sp>
      <p:sp>
        <p:nvSpPr>
          <p:cNvPr id="2086591569" name="Rectangle 449"/>
          <p:cNvSpPr/>
          <p:nvPr userDrawn="1"/>
        </p:nvSpPr>
        <p:spPr bwMode="auto">
          <a:xfrm>
            <a:off x="7618378" y="6598214"/>
            <a:ext cx="1144157" cy="25507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49419533" name="Rectangle 454"/>
          <p:cNvSpPr/>
          <p:nvPr userDrawn="1"/>
        </p:nvSpPr>
        <p:spPr bwMode="auto">
          <a:xfrm>
            <a:off x="7622289" y="6598214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>
            <a:noFill/>
          </a:ln>
        </p:spPr>
      </p:sp>
      <p:sp>
        <p:nvSpPr>
          <p:cNvPr id="206298771" name="Rectangle 455"/>
          <p:cNvSpPr/>
          <p:nvPr userDrawn="1"/>
        </p:nvSpPr>
        <p:spPr bwMode="auto">
          <a:xfrm>
            <a:off x="8001866" y="6598214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541283873" name="Rectangle 456"/>
          <p:cNvSpPr/>
          <p:nvPr userDrawn="1"/>
        </p:nvSpPr>
        <p:spPr bwMode="auto">
          <a:xfrm>
            <a:off x="8382201" y="6598214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2009696216" name="Rectangle 438"/>
          <p:cNvSpPr/>
          <p:nvPr userDrawn="1"/>
        </p:nvSpPr>
        <p:spPr bwMode="auto">
          <a:xfrm>
            <a:off x="6477385" y="6598214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692263213" name="Rectangle 443"/>
          <p:cNvSpPr/>
          <p:nvPr userDrawn="1"/>
        </p:nvSpPr>
        <p:spPr bwMode="auto">
          <a:xfrm>
            <a:off x="6481296" y="6598214"/>
            <a:ext cx="381384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3999"/>
            </a:schemeClr>
          </a:solidFill>
          <a:ln>
            <a:noFill/>
          </a:ln>
        </p:spPr>
      </p:sp>
      <p:sp>
        <p:nvSpPr>
          <p:cNvPr id="203150221" name="Rectangle 444"/>
          <p:cNvSpPr/>
          <p:nvPr userDrawn="1"/>
        </p:nvSpPr>
        <p:spPr bwMode="auto">
          <a:xfrm>
            <a:off x="6860871" y="6598214"/>
            <a:ext cx="381384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>
            <a:noFill/>
          </a:ln>
        </p:spPr>
      </p:sp>
      <p:sp>
        <p:nvSpPr>
          <p:cNvPr id="1076796557" name="Rectangle 445"/>
          <p:cNvSpPr/>
          <p:nvPr userDrawn="1"/>
        </p:nvSpPr>
        <p:spPr bwMode="auto">
          <a:xfrm>
            <a:off x="7241207" y="6598214"/>
            <a:ext cx="381384" cy="257430"/>
          </a:xfrm>
          <a:prstGeom prst="rect">
            <a:avLst/>
          </a:prstGeom>
          <a:solidFill>
            <a:schemeClr val="accent4">
              <a:lumMod val="20000"/>
              <a:lumOff val="80000"/>
              <a:alpha val="26998"/>
            </a:schemeClr>
          </a:solidFill>
          <a:ln>
            <a:noFill/>
          </a:ln>
        </p:spPr>
      </p:sp>
      <p:sp>
        <p:nvSpPr>
          <p:cNvPr id="1175709564" name="Rectangle 422"/>
          <p:cNvSpPr/>
          <p:nvPr userDrawn="1"/>
        </p:nvSpPr>
        <p:spPr bwMode="auto">
          <a:xfrm>
            <a:off x="5330856" y="6599709"/>
            <a:ext cx="1144157" cy="2550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047066368" name="Rectangle 427"/>
          <p:cNvSpPr/>
          <p:nvPr userDrawn="1"/>
        </p:nvSpPr>
        <p:spPr bwMode="auto">
          <a:xfrm>
            <a:off x="5334768" y="6599709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>
            <a:noFill/>
          </a:ln>
        </p:spPr>
      </p:sp>
      <p:sp>
        <p:nvSpPr>
          <p:cNvPr id="1169517741" name="Rectangle 428"/>
          <p:cNvSpPr/>
          <p:nvPr userDrawn="1"/>
        </p:nvSpPr>
        <p:spPr bwMode="auto">
          <a:xfrm>
            <a:off x="5714343" y="6599709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925121420" name="Rectangle 429"/>
          <p:cNvSpPr/>
          <p:nvPr userDrawn="1"/>
        </p:nvSpPr>
        <p:spPr bwMode="auto">
          <a:xfrm>
            <a:off x="6094679" y="6599709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074943548" name="Rectangle 411"/>
          <p:cNvSpPr/>
          <p:nvPr userDrawn="1"/>
        </p:nvSpPr>
        <p:spPr bwMode="auto">
          <a:xfrm>
            <a:off x="4186699" y="6597353"/>
            <a:ext cx="1144157" cy="2550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606312693" name="Rectangle 416"/>
          <p:cNvSpPr/>
          <p:nvPr userDrawn="1"/>
        </p:nvSpPr>
        <p:spPr bwMode="auto">
          <a:xfrm>
            <a:off x="4190610" y="6597353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>
            <a:noFill/>
          </a:ln>
        </p:spPr>
      </p:sp>
      <p:sp>
        <p:nvSpPr>
          <p:cNvPr id="1496481574" name="Rectangle 417"/>
          <p:cNvSpPr/>
          <p:nvPr userDrawn="1"/>
        </p:nvSpPr>
        <p:spPr bwMode="auto">
          <a:xfrm>
            <a:off x="4570186" y="6597353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0"/>
            </a:schemeClr>
          </a:solidFill>
          <a:ln>
            <a:noFill/>
          </a:ln>
        </p:spPr>
      </p:sp>
      <p:sp>
        <p:nvSpPr>
          <p:cNvPr id="722349349" name="Rectangle 418"/>
          <p:cNvSpPr/>
          <p:nvPr userDrawn="1"/>
        </p:nvSpPr>
        <p:spPr bwMode="auto">
          <a:xfrm>
            <a:off x="4950522" y="6597353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>
            <a:noFill/>
          </a:ln>
        </p:spPr>
      </p:sp>
      <p:sp>
        <p:nvSpPr>
          <p:cNvPr id="73040964" name="Rectangle 400"/>
          <p:cNvSpPr/>
          <p:nvPr userDrawn="1"/>
        </p:nvSpPr>
        <p:spPr bwMode="auto">
          <a:xfrm>
            <a:off x="3041491" y="6599709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303736940" name="Rectangle 405"/>
          <p:cNvSpPr/>
          <p:nvPr userDrawn="1"/>
        </p:nvSpPr>
        <p:spPr bwMode="auto">
          <a:xfrm>
            <a:off x="3045402" y="6599709"/>
            <a:ext cx="381384" cy="25743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>
            <a:noFill/>
          </a:ln>
        </p:spPr>
      </p:sp>
      <p:sp>
        <p:nvSpPr>
          <p:cNvPr id="593504585" name="Rectangle 406"/>
          <p:cNvSpPr/>
          <p:nvPr userDrawn="1"/>
        </p:nvSpPr>
        <p:spPr bwMode="auto">
          <a:xfrm>
            <a:off x="3424979" y="6599709"/>
            <a:ext cx="381384" cy="25743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</p:sp>
      <p:sp>
        <p:nvSpPr>
          <p:cNvPr id="1467042555" name="Rectangle 407"/>
          <p:cNvSpPr/>
          <p:nvPr userDrawn="1"/>
        </p:nvSpPr>
        <p:spPr bwMode="auto">
          <a:xfrm>
            <a:off x="3805314" y="6599709"/>
            <a:ext cx="381384" cy="25743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>
            <a:noFill/>
          </a:ln>
        </p:spPr>
      </p:sp>
      <p:sp>
        <p:nvSpPr>
          <p:cNvPr id="1120378806" name="Rectangle 389"/>
          <p:cNvSpPr/>
          <p:nvPr userDrawn="1"/>
        </p:nvSpPr>
        <p:spPr bwMode="auto">
          <a:xfrm>
            <a:off x="1899786" y="6597353"/>
            <a:ext cx="1144157" cy="25507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15946219" name="Rectangle 394"/>
          <p:cNvSpPr/>
          <p:nvPr userDrawn="1"/>
        </p:nvSpPr>
        <p:spPr bwMode="auto">
          <a:xfrm>
            <a:off x="1903697" y="65973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>
            <a:noFill/>
          </a:ln>
        </p:spPr>
      </p:sp>
      <p:sp>
        <p:nvSpPr>
          <p:cNvPr id="649766582" name="Rectangle 395"/>
          <p:cNvSpPr/>
          <p:nvPr userDrawn="1"/>
        </p:nvSpPr>
        <p:spPr bwMode="auto">
          <a:xfrm>
            <a:off x="2283274" y="65973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355135417" name="Rectangle 396"/>
          <p:cNvSpPr/>
          <p:nvPr userDrawn="1"/>
        </p:nvSpPr>
        <p:spPr bwMode="auto">
          <a:xfrm>
            <a:off x="2663610" y="65973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213530682" name="Rectangle 378"/>
          <p:cNvSpPr/>
          <p:nvPr userDrawn="1"/>
        </p:nvSpPr>
        <p:spPr bwMode="auto">
          <a:xfrm>
            <a:off x="758793" y="6597353"/>
            <a:ext cx="1144157" cy="25743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213443147" name="Rectangle 383"/>
          <p:cNvSpPr/>
          <p:nvPr userDrawn="1"/>
        </p:nvSpPr>
        <p:spPr bwMode="auto">
          <a:xfrm>
            <a:off x="762703" y="6597353"/>
            <a:ext cx="381384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3999"/>
            </a:schemeClr>
          </a:solidFill>
          <a:ln>
            <a:noFill/>
          </a:ln>
        </p:spPr>
      </p:sp>
      <p:sp>
        <p:nvSpPr>
          <p:cNvPr id="1511581597" name="Rectangle 384"/>
          <p:cNvSpPr/>
          <p:nvPr userDrawn="1"/>
        </p:nvSpPr>
        <p:spPr bwMode="auto">
          <a:xfrm>
            <a:off x="1142281" y="6597353"/>
            <a:ext cx="381384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>
            <a:noFill/>
          </a:ln>
        </p:spPr>
      </p:sp>
      <p:sp>
        <p:nvSpPr>
          <p:cNvPr id="1701170210" name="Rectangle 385"/>
          <p:cNvSpPr/>
          <p:nvPr userDrawn="1"/>
        </p:nvSpPr>
        <p:spPr bwMode="auto">
          <a:xfrm>
            <a:off x="1522615" y="6597353"/>
            <a:ext cx="381384" cy="257430"/>
          </a:xfrm>
          <a:prstGeom prst="rect">
            <a:avLst/>
          </a:prstGeom>
          <a:solidFill>
            <a:schemeClr val="accent4">
              <a:lumMod val="20000"/>
              <a:lumOff val="80000"/>
              <a:alpha val="26998"/>
            </a:schemeClr>
          </a:solidFill>
          <a:ln>
            <a:noFill/>
          </a:ln>
        </p:spPr>
      </p:sp>
      <p:sp>
        <p:nvSpPr>
          <p:cNvPr id="2092052410" name="Rectangle 365"/>
          <p:cNvSpPr/>
          <p:nvPr userDrawn="1"/>
        </p:nvSpPr>
        <p:spPr bwMode="auto">
          <a:xfrm>
            <a:off x="-1" y="6599851"/>
            <a:ext cx="765171" cy="2549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882397914" name="Rectangle 369"/>
          <p:cNvSpPr/>
          <p:nvPr userDrawn="1"/>
        </p:nvSpPr>
        <p:spPr bwMode="auto">
          <a:xfrm>
            <a:off x="4502" y="65998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1691414361" name="Rectangle 370"/>
          <p:cNvSpPr/>
          <p:nvPr userDrawn="1"/>
        </p:nvSpPr>
        <p:spPr bwMode="auto">
          <a:xfrm>
            <a:off x="384838" y="65998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086156112" name="Text Placeholder 2"/>
          <p:cNvSpPr>
            <a:spLocks noGrp="1"/>
          </p:cNvSpPr>
          <p:nvPr userDrawn="1">
            <p:ph type="body" idx="1"/>
          </p:nvPr>
        </p:nvSpPr>
        <p:spPr bwMode="auto">
          <a:xfrm>
            <a:off x="609599" y="1340767"/>
            <a:ext cx="10972800" cy="460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82415275" name="Title 1"/>
          <p:cNvSpPr>
            <a:spLocks noGrp="1"/>
          </p:cNvSpPr>
          <p:nvPr userDrawn="1">
            <p:ph type="title"/>
          </p:nvPr>
        </p:nvSpPr>
        <p:spPr bwMode="auto">
          <a:xfrm>
            <a:off x="2676487" y="220639"/>
            <a:ext cx="6750077" cy="856127"/>
          </a:xfrm>
          <a:prstGeom prst="rect">
            <a:avLst/>
          </a:prstGeom>
          <a:solidFill>
            <a:schemeClr val="bg1">
              <a:alpha val="84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77133721" name="Slide Number Placeholder 5"/>
          <p:cNvSpPr>
            <a:spLocks noGrp="1"/>
          </p:cNvSpPr>
          <p:nvPr userDrawn="1">
            <p:ph type="sldNum" sz="quarter" idx="4"/>
          </p:nvPr>
        </p:nvSpPr>
        <p:spPr bwMode="auto">
          <a:xfrm>
            <a:off x="5190395" y="6132835"/>
            <a:ext cx="952634" cy="365125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algn="ctr">
              <a:defRPr/>
            </a:lvl1pPr>
          </a:lstStyle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  <p:sp>
        <p:nvSpPr>
          <p:cNvPr id="810463315" name="Date Placeholder 3"/>
          <p:cNvSpPr>
            <a:spLocks noGrp="1"/>
          </p:cNvSpPr>
          <p:nvPr userDrawn="1">
            <p:ph type="dt" sz="half" idx="2"/>
          </p:nvPr>
        </p:nvSpPr>
        <p:spPr bwMode="auto">
          <a:xfrm>
            <a:off x="607261" y="6109507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844594267" name="Footer Placeholder 4"/>
          <p:cNvSpPr>
            <a:spLocks noGrp="1"/>
          </p:cNvSpPr>
          <p:nvPr userDrawn="1">
            <p:ph type="ftr" sz="quarter" idx="3"/>
          </p:nvPr>
        </p:nvSpPr>
        <p:spPr bwMode="auto">
          <a:xfrm>
            <a:off x="7758885" y="6132835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>
        <a:spcBef>
          <a:spcPts val="0"/>
        </a:spcBef>
        <a:buNone/>
        <a:defRPr sz="3200" b="1">
          <a:solidFill>
            <a:schemeClr val="accent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35154" name="Title 1"/>
          <p:cNvSpPr>
            <a:spLocks noGrp="1"/>
          </p:cNvSpPr>
          <p:nvPr>
            <p:ph type="ctrTitle"/>
          </p:nvPr>
        </p:nvSpPr>
        <p:spPr bwMode="auto">
          <a:xfrm>
            <a:off x="1523997" y="2840166"/>
            <a:ext cx="9144000" cy="2387599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GB" sz="6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 Survey of Rural and Urban Road Identification</a:t>
            </a:r>
            <a:endParaRPr lang="en-GB" sz="60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GB" sz="6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via Satellite Imagery</a:t>
            </a:r>
            <a:endParaRPr lang="en-GB"/>
          </a:p>
        </p:txBody>
      </p:sp>
      <p:sp>
        <p:nvSpPr>
          <p:cNvPr id="870858404" name=""/>
          <p:cNvSpPr txBox="1"/>
          <p:nvPr/>
        </p:nvSpPr>
        <p:spPr bwMode="auto">
          <a:xfrm rot="0" flipH="0" flipV="0">
            <a:off x="27060" y="5929673"/>
            <a:ext cx="2660004" cy="6404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PT"/>
              <a:t>2/12/2025</a:t>
            </a:r>
            <a:endParaRPr/>
          </a:p>
          <a:p>
            <a:pPr>
              <a:defRPr/>
            </a:pPr>
            <a:r>
              <a:rPr lang="pt-PT"/>
              <a:t>DEEC\FCT\UNL - TAPDI</a:t>
            </a:r>
            <a:endParaRPr lang="pt-PT"/>
          </a:p>
        </p:txBody>
      </p:sp>
      <p:sp>
        <p:nvSpPr>
          <p:cNvPr id="510480173" name=""/>
          <p:cNvSpPr txBox="1"/>
          <p:nvPr/>
        </p:nvSpPr>
        <p:spPr bwMode="auto">
          <a:xfrm rot="0" flipH="0" flipV="0">
            <a:off x="9372218" y="5929673"/>
            <a:ext cx="2698851" cy="6404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defRPr/>
            </a:pPr>
            <a:r>
              <a:rPr lang="pt-PT"/>
              <a:t>Filipe Cavalheiro, Nº70119</a:t>
            </a:r>
            <a:endParaRPr lang="pt-PT"/>
          </a:p>
          <a:p>
            <a:pPr algn="r">
              <a:defRPr/>
            </a:pPr>
            <a:r>
              <a:rPr lang="pt-PT"/>
              <a:t>Diogo Novais, Nº70118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5623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Data Gathering</a:t>
            </a:r>
            <a:endParaRPr/>
          </a:p>
        </p:txBody>
      </p:sp>
      <p:sp>
        <p:nvSpPr>
          <p:cNvPr id="801691775" name=""/>
          <p:cNvSpPr txBox="1"/>
          <p:nvPr/>
        </p:nvSpPr>
        <p:spPr bwMode="auto">
          <a:xfrm rot="0" flipH="0" flipV="0">
            <a:off x="27059" y="5929672"/>
            <a:ext cx="2660004" cy="6404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PT"/>
              <a:t>2/12/2025</a:t>
            </a:r>
            <a:endParaRPr/>
          </a:p>
          <a:p>
            <a:pPr>
              <a:defRPr/>
            </a:pPr>
            <a:r>
              <a:rPr lang="pt-PT"/>
              <a:t>DEEC\FCT\UNL - TAPDI</a:t>
            </a:r>
            <a:endParaRPr lang="pt-PT"/>
          </a:p>
        </p:txBody>
      </p:sp>
      <p:sp>
        <p:nvSpPr>
          <p:cNvPr id="189493836" name=""/>
          <p:cNvSpPr txBox="1"/>
          <p:nvPr/>
        </p:nvSpPr>
        <p:spPr bwMode="auto">
          <a:xfrm rot="0" flipH="0" flipV="0">
            <a:off x="1275607" y="1827770"/>
            <a:ext cx="18363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207314405" name=""/>
          <p:cNvSpPr txBox="1"/>
          <p:nvPr/>
        </p:nvSpPr>
        <p:spPr bwMode="auto">
          <a:xfrm rot="0" flipH="0" flipV="0">
            <a:off x="438952" y="1439698"/>
            <a:ext cx="4171125" cy="17377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Satellite and Aerial Imagery Sources</a:t>
            </a:r>
            <a:r>
              <a:rPr lang="pt-PT">
                <a:latin typeface="Arial"/>
                <a:cs typeface="Arial"/>
              </a:rPr>
              <a:t>:</a:t>
            </a:r>
            <a:endParaRPr lang="pt-PT">
              <a:latin typeface="Arial"/>
              <a:cs typeface="Arial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IKONOS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QuickBird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Pleiades-1A/1B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GeoEye</a:t>
            </a:r>
            <a:endParaRPr lang="pt-PT">
              <a:latin typeface="Arial"/>
              <a:cs typeface="Arial"/>
            </a:endParaRPr>
          </a:p>
          <a:p>
            <a:pPr>
              <a:defRPr/>
            </a:pPr>
            <a:endParaRPr sz="1800"/>
          </a:p>
        </p:txBody>
      </p:sp>
      <p:sp>
        <p:nvSpPr>
          <p:cNvPr id="821728858" name=""/>
          <p:cNvSpPr txBox="1"/>
          <p:nvPr/>
        </p:nvSpPr>
        <p:spPr bwMode="auto">
          <a:xfrm rot="0" flipH="0" flipV="0">
            <a:off x="588268" y="4155610"/>
            <a:ext cx="4197588" cy="91580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Freely Accessible Annotation Sources</a:t>
            </a:r>
            <a:r>
              <a:rPr lang="pt-PT"/>
              <a:t>:</a:t>
            </a:r>
            <a:endParaRPr lang="pt-PT"/>
          </a:p>
          <a:p>
            <a:pPr marL="283879" indent="-283879">
              <a:buFont typeface="Arial"/>
              <a:buChar char="•"/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OpenStreetMap (OSM)</a:t>
            </a:r>
            <a:endParaRPr sz="1800"/>
          </a:p>
          <a:p>
            <a:pPr marL="283879" indent="-283879">
              <a:buFont typeface="Arial"/>
              <a:buChar char="•"/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Google Earth </a:t>
            </a:r>
            <a:endParaRPr/>
          </a:p>
        </p:txBody>
      </p:sp>
      <p:sp>
        <p:nvSpPr>
          <p:cNvPr id="608067348" name=""/>
          <p:cNvSpPr txBox="1"/>
          <p:nvPr/>
        </p:nvSpPr>
        <p:spPr bwMode="auto">
          <a:xfrm rot="0" flipH="0" flipV="0">
            <a:off x="8068357" y="2193890"/>
            <a:ext cx="2716411" cy="22863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Benchmark Datasets</a:t>
            </a:r>
            <a:r>
              <a:rPr lang="pt-PT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:</a:t>
            </a:r>
            <a:endParaRPr lang="pt-PT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Massachusetts Roads</a:t>
            </a:r>
            <a:endParaRPr sz="1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UAV-based Road</a:t>
            </a:r>
            <a:endParaRPr sz="1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TerraSAR-X Road</a:t>
            </a:r>
            <a:endParaRPr sz="1800"/>
          </a:p>
          <a:p>
            <a:pPr marL="283879" indent="-283879">
              <a:buFont typeface="Arial"/>
              <a:buChar char="•"/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Abu Dhabi </a:t>
            </a:r>
            <a:endParaRPr lang="en-GB" sz="1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Conghua </a:t>
            </a:r>
            <a:endParaRPr lang="en-GB" sz="1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European Road </a:t>
            </a:r>
            <a:endParaRPr lang="en-GB" sz="1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Ma</a:t>
            </a:r>
            <a:r>
              <a:rPr lang="pt-PT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çã</a:t>
            </a:r>
            <a:r>
              <a:rPr lang="en-GB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</a:t>
            </a:r>
            <a:endParaRPr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9471437" name="Title 1"/>
          <p:cNvSpPr>
            <a:spLocks noGrp="1"/>
          </p:cNvSpPr>
          <p:nvPr>
            <p:ph type="title"/>
          </p:nvPr>
        </p:nvSpPr>
        <p:spPr bwMode="auto">
          <a:xfrm>
            <a:off x="2586385" y="889962"/>
            <a:ext cx="6750076" cy="856126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HEURISTIC METHODS</a:t>
            </a:r>
            <a:endParaRPr/>
          </a:p>
        </p:txBody>
      </p:sp>
      <p:sp>
        <p:nvSpPr>
          <p:cNvPr id="1993190230" name=""/>
          <p:cNvSpPr txBox="1"/>
          <p:nvPr/>
        </p:nvSpPr>
        <p:spPr bwMode="auto">
          <a:xfrm rot="0" flipH="0" flipV="0">
            <a:off x="27059" y="5929672"/>
            <a:ext cx="2660004" cy="6404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PT"/>
              <a:t>2/12/2025</a:t>
            </a:r>
            <a:endParaRPr/>
          </a:p>
          <a:p>
            <a:pPr>
              <a:defRPr/>
            </a:pPr>
            <a:r>
              <a:rPr lang="pt-PT"/>
              <a:t>DEEC\FCT\UNL - TAPDI</a:t>
            </a:r>
            <a:endParaRPr lang="pt-PT"/>
          </a:p>
        </p:txBody>
      </p:sp>
      <p:pic>
        <p:nvPicPr>
          <p:cNvPr id="108913251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5473" y="2383009"/>
            <a:ext cx="2362199" cy="2543175"/>
          </a:xfrm>
          <a:prstGeom prst="rect">
            <a:avLst/>
          </a:prstGeom>
        </p:spPr>
      </p:pic>
      <p:pic>
        <p:nvPicPr>
          <p:cNvPr id="89479486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738620" y="2330230"/>
            <a:ext cx="2445607" cy="2648731"/>
          </a:xfrm>
          <a:prstGeom prst="rect">
            <a:avLst/>
          </a:prstGeom>
        </p:spPr>
      </p:pic>
      <p:pic>
        <p:nvPicPr>
          <p:cNvPr id="153883644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8244439" y="2330230"/>
            <a:ext cx="2525373" cy="2709646"/>
          </a:xfrm>
          <a:prstGeom prst="rect">
            <a:avLst/>
          </a:prstGeom>
        </p:spPr>
      </p:pic>
      <p:sp>
        <p:nvSpPr>
          <p:cNvPr id="1327409754" name=""/>
          <p:cNvSpPr/>
          <p:nvPr/>
        </p:nvSpPr>
        <p:spPr bwMode="auto">
          <a:xfrm flipH="0" flipV="0">
            <a:off x="225634" y="5281703"/>
            <a:ext cx="1042071" cy="274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Red </a:t>
            </a: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Filter</a:t>
            </a:r>
            <a:endParaRPr>
              <a:latin typeface="Arial"/>
              <a:cs typeface="Arial"/>
            </a:endParaRPr>
          </a:p>
        </p:txBody>
      </p:sp>
      <p:sp>
        <p:nvSpPr>
          <p:cNvPr id="301508249" name=""/>
          <p:cNvSpPr/>
          <p:nvPr/>
        </p:nvSpPr>
        <p:spPr bwMode="auto">
          <a:xfrm flipH="0" flipV="0">
            <a:off x="1058897" y="5289322"/>
            <a:ext cx="1944185" cy="274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101418"/>
                </a:solidFill>
                <a:latin typeface="Arial"/>
                <a:ea typeface="Arial"/>
                <a:cs typeface="Arial"/>
              </a:rPr>
              <a:t>Connected</a:t>
            </a:r>
            <a:r>
              <a:rPr sz="1200" b="0" i="0" u="none">
                <a:solidFill>
                  <a:srgbClr val="101418"/>
                </a:solidFill>
                <a:latin typeface="Arial"/>
                <a:ea typeface="Arial"/>
                <a:cs typeface="Arial"/>
              </a:rPr>
              <a:t>-components</a:t>
            </a:r>
            <a:r>
              <a:rPr sz="1200" b="0" i="0" u="none">
                <a:solidFill>
                  <a:srgbClr val="101418"/>
                </a:solidFill>
                <a:latin typeface="Arial"/>
                <a:ea typeface="Arial"/>
                <a:cs typeface="Arial"/>
              </a:rPr>
              <a:t> </a:t>
            </a:r>
            <a:endParaRPr sz="1200"/>
          </a:p>
        </p:txBody>
      </p:sp>
      <p:sp>
        <p:nvSpPr>
          <p:cNvPr id="787202257" name=""/>
          <p:cNvSpPr/>
          <p:nvPr/>
        </p:nvSpPr>
        <p:spPr bwMode="auto">
          <a:xfrm flipH="0" flipV="0">
            <a:off x="2755171" y="5289322"/>
            <a:ext cx="1030787" cy="274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101418"/>
                </a:solidFill>
                <a:latin typeface="Arial"/>
                <a:ea typeface="Arial"/>
                <a:cs typeface="Arial"/>
              </a:rPr>
              <a:t>filter by size</a:t>
            </a:r>
            <a:endParaRPr sz="1200"/>
          </a:p>
        </p:txBody>
      </p:sp>
      <p:sp>
        <p:nvSpPr>
          <p:cNvPr id="741947450" name=""/>
          <p:cNvSpPr/>
          <p:nvPr/>
        </p:nvSpPr>
        <p:spPr bwMode="auto">
          <a:xfrm flipH="0" flipV="0">
            <a:off x="3785959" y="5289322"/>
            <a:ext cx="1526609" cy="274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101418"/>
                </a:solidFill>
                <a:latin typeface="Arial"/>
                <a:ea typeface="Arial"/>
                <a:cs typeface="Arial"/>
              </a:rPr>
              <a:t>component location</a:t>
            </a:r>
            <a:endParaRPr sz="1200"/>
          </a:p>
        </p:txBody>
      </p:sp>
      <p:sp>
        <p:nvSpPr>
          <p:cNvPr id="1590748858" name=""/>
          <p:cNvSpPr/>
          <p:nvPr/>
        </p:nvSpPr>
        <p:spPr bwMode="auto">
          <a:xfrm flipH="0" flipV="0">
            <a:off x="5312568" y="5304382"/>
            <a:ext cx="575189" cy="274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Otsu</a:t>
            </a:r>
            <a:endParaRPr sz="1200"/>
          </a:p>
        </p:txBody>
      </p:sp>
      <p:sp>
        <p:nvSpPr>
          <p:cNvPr id="713035763" name=""/>
          <p:cNvSpPr/>
          <p:nvPr/>
        </p:nvSpPr>
        <p:spPr bwMode="auto">
          <a:xfrm flipH="0" flipV="0">
            <a:off x="5830943" y="5304382"/>
            <a:ext cx="3737775" cy="274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Connected-components on the numbers</a:t>
            </a:r>
            <a:endParaRPr sz="1200"/>
          </a:p>
        </p:txBody>
      </p:sp>
      <p:sp>
        <p:nvSpPr>
          <p:cNvPr id="1550151054" name=""/>
          <p:cNvSpPr/>
          <p:nvPr/>
        </p:nvSpPr>
        <p:spPr bwMode="auto">
          <a:xfrm flipH="0" flipV="0">
            <a:off x="8795031" y="5281703"/>
            <a:ext cx="1550615" cy="274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Image comparison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172075" name="Title 1"/>
          <p:cNvSpPr>
            <a:spLocks noGrp="1"/>
          </p:cNvSpPr>
          <p:nvPr>
            <p:ph type="title"/>
          </p:nvPr>
        </p:nvSpPr>
        <p:spPr bwMode="auto">
          <a:xfrm>
            <a:off x="2586385" y="889962"/>
            <a:ext cx="6750076" cy="856126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HEURISTIC METHODS</a:t>
            </a:r>
            <a:endParaRPr/>
          </a:p>
        </p:txBody>
      </p:sp>
      <p:sp>
        <p:nvSpPr>
          <p:cNvPr id="696880067" name=""/>
          <p:cNvSpPr txBox="1"/>
          <p:nvPr/>
        </p:nvSpPr>
        <p:spPr bwMode="auto">
          <a:xfrm rot="0" flipH="0" flipV="0">
            <a:off x="27058" y="5929671"/>
            <a:ext cx="2660004" cy="64043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PT"/>
              <a:t>2/12/2025</a:t>
            </a:r>
            <a:endParaRPr/>
          </a:p>
          <a:p>
            <a:pPr>
              <a:defRPr/>
            </a:pPr>
            <a:r>
              <a:rPr lang="pt-PT"/>
              <a:t>DEEC\FCT\UNL - TAPDI</a:t>
            </a:r>
            <a:endParaRPr lang="pt-PT"/>
          </a:p>
        </p:txBody>
      </p:sp>
      <p:pic>
        <p:nvPicPr>
          <p:cNvPr id="5802301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888514" y="1554517"/>
            <a:ext cx="8145816" cy="4740910"/>
          </a:xfrm>
          <a:prstGeom prst="rect">
            <a:avLst/>
          </a:prstGeom>
        </p:spPr>
      </p:pic>
      <p:sp>
        <p:nvSpPr>
          <p:cNvPr id="392676307" name=""/>
          <p:cNvSpPr/>
          <p:nvPr/>
        </p:nvSpPr>
        <p:spPr bwMode="auto">
          <a:xfrm flipH="0" flipV="0">
            <a:off x="4147440" y="6295428"/>
            <a:ext cx="8719888" cy="274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 integrated system for automatic road mapping from high-resolution multi-spectral satellite imagery by information fusion</a:t>
            </a:r>
            <a:r>
              <a:rPr/>
              <a:t> </a:t>
            </a:r>
            <a:r>
              <a:rPr sz="1200"/>
              <a:t>[2]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474857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622704" y="900717"/>
            <a:ext cx="6750077" cy="112012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DATA-DRIVEN METHODS</a:t>
            </a:r>
            <a:endParaRPr/>
          </a:p>
        </p:txBody>
      </p:sp>
      <p:sp>
        <p:nvSpPr>
          <p:cNvPr id="9032453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2188175"/>
            <a:ext cx="10972800" cy="3761103"/>
          </a:xfrm>
        </p:spPr>
        <p:txBody>
          <a:bodyPr/>
          <a:lstStyle/>
          <a:p>
            <a:pPr>
              <a:defRPr/>
            </a:pP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Convolution Neural Networks (CNN)</a:t>
            </a:r>
            <a:endParaRPr/>
          </a:p>
          <a:p>
            <a:pPr>
              <a:defRPr/>
            </a:pP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Fully Convolutional Networks (FCN)</a:t>
            </a:r>
            <a:endParaRPr/>
          </a:p>
          <a:p>
            <a:pPr>
              <a:defRPr/>
            </a:pP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Deep Convolutional Encoder-Decoder (DCED)</a:t>
            </a:r>
            <a:endParaRPr/>
          </a:p>
          <a:p>
            <a:pPr>
              <a:defRPr/>
            </a:pPr>
            <a:r>
              <a:rPr lang="en-GB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</a:t>
            </a: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enerative </a:t>
            </a:r>
            <a:r>
              <a:rPr lang="en-GB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</a:t>
            </a: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dversary </a:t>
            </a:r>
            <a:r>
              <a:rPr lang="en-GB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</a:t>
            </a: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etwork (GAN)</a:t>
            </a:r>
            <a:endParaRPr/>
          </a:p>
        </p:txBody>
      </p:sp>
      <p:sp>
        <p:nvSpPr>
          <p:cNvPr id="304418227" name=""/>
          <p:cNvSpPr txBox="1"/>
          <p:nvPr/>
        </p:nvSpPr>
        <p:spPr bwMode="auto">
          <a:xfrm rot="0" flipH="0" flipV="0">
            <a:off x="27059" y="5929672"/>
            <a:ext cx="2660004" cy="6404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PT"/>
              <a:t>2/12/2025</a:t>
            </a:r>
            <a:endParaRPr/>
          </a:p>
          <a:p>
            <a:pPr>
              <a:defRPr/>
            </a:pPr>
            <a:r>
              <a:rPr lang="pt-PT"/>
              <a:t>DEEC\FCT\UNL - TAPDI</a:t>
            </a:r>
            <a:endParaRPr lang="pt-P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344942" name="Title 1"/>
          <p:cNvSpPr>
            <a:spLocks noGrp="1"/>
          </p:cNvSpPr>
          <p:nvPr>
            <p:ph type="title"/>
          </p:nvPr>
        </p:nvSpPr>
        <p:spPr bwMode="auto">
          <a:xfrm>
            <a:off x="2676486" y="877091"/>
            <a:ext cx="6750076" cy="856126"/>
          </a:xfrm>
        </p:spPr>
        <p:txBody>
          <a:bodyPr/>
          <a:lstStyle/>
          <a:p>
            <a:pPr>
              <a:defRPr/>
            </a:pPr>
            <a:r>
              <a:rPr lang="en-GB" sz="33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CNN Models</a:t>
            </a:r>
            <a:endParaRPr/>
          </a:p>
        </p:txBody>
      </p:sp>
      <p:pic>
        <p:nvPicPr>
          <p:cNvPr id="13753339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30890" y="1931095"/>
            <a:ext cx="9191624" cy="3990974"/>
          </a:xfrm>
          <a:prstGeom prst="rect">
            <a:avLst/>
          </a:prstGeom>
        </p:spPr>
      </p:pic>
      <p:sp>
        <p:nvSpPr>
          <p:cNvPr id="659033965" name=""/>
          <p:cNvSpPr txBox="1"/>
          <p:nvPr/>
        </p:nvSpPr>
        <p:spPr bwMode="auto">
          <a:xfrm rot="0" flipH="0" flipV="0">
            <a:off x="27059" y="5929672"/>
            <a:ext cx="2660004" cy="6404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PT"/>
              <a:t>2/12/2025</a:t>
            </a:r>
            <a:endParaRPr/>
          </a:p>
          <a:p>
            <a:pPr>
              <a:defRPr/>
            </a:pPr>
            <a:r>
              <a:rPr lang="pt-PT"/>
              <a:t>DEEC\FCT\UNL - TAPDI</a:t>
            </a:r>
            <a:endParaRPr lang="pt-P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77851" name="Title 1"/>
          <p:cNvSpPr>
            <a:spLocks noGrp="1"/>
          </p:cNvSpPr>
          <p:nvPr>
            <p:ph type="title"/>
          </p:nvPr>
        </p:nvSpPr>
        <p:spPr bwMode="auto">
          <a:xfrm>
            <a:off x="2676485" y="877090"/>
            <a:ext cx="6750075" cy="856125"/>
          </a:xfrm>
        </p:spPr>
        <p:txBody>
          <a:bodyPr/>
          <a:lstStyle/>
          <a:p>
            <a:pPr>
              <a:defRPr/>
            </a:pPr>
            <a:r>
              <a:rPr lang="en-GB" sz="33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CNN Models</a:t>
            </a:r>
            <a:endParaRPr/>
          </a:p>
        </p:txBody>
      </p:sp>
      <p:sp>
        <p:nvSpPr>
          <p:cNvPr id="674061028" name=""/>
          <p:cNvSpPr txBox="1"/>
          <p:nvPr/>
        </p:nvSpPr>
        <p:spPr bwMode="auto">
          <a:xfrm rot="0" flipH="0" flipV="0">
            <a:off x="27058" y="5929671"/>
            <a:ext cx="2660004" cy="64043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PT"/>
              <a:t>2/12/2025</a:t>
            </a:r>
            <a:endParaRPr/>
          </a:p>
          <a:p>
            <a:pPr>
              <a:defRPr/>
            </a:pPr>
            <a:r>
              <a:rPr lang="pt-PT"/>
              <a:t>DEEC\FCT\UNL - TAPDI</a:t>
            </a:r>
            <a:endParaRPr lang="pt-PT"/>
          </a:p>
        </p:txBody>
      </p:sp>
      <p:pic>
        <p:nvPicPr>
          <p:cNvPr id="110475628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65549" y="1600448"/>
            <a:ext cx="4885442" cy="3657102"/>
          </a:xfrm>
          <a:prstGeom prst="rect">
            <a:avLst/>
          </a:prstGeom>
        </p:spPr>
      </p:pic>
      <p:sp>
        <p:nvSpPr>
          <p:cNvPr id="300285909" name=""/>
          <p:cNvSpPr/>
          <p:nvPr/>
        </p:nvSpPr>
        <p:spPr bwMode="auto">
          <a:xfrm>
            <a:off x="1852207" y="5257551"/>
            <a:ext cx="1648556" cy="2518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050" b="0" i="0" u="none">
                <a:solidFill>
                  <a:srgbClr val="6B6B6B"/>
                </a:solidFill>
                <a:latin typeface="Arial"/>
                <a:ea typeface="Arial"/>
                <a:cs typeface="Arial"/>
              </a:rPr>
              <a:t>Image of Class (Beach)</a:t>
            </a:r>
            <a:endParaRPr/>
          </a:p>
        </p:txBody>
      </p:sp>
      <p:pic>
        <p:nvPicPr>
          <p:cNvPr id="94814765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7459649" y="1952624"/>
            <a:ext cx="3933824" cy="2952749"/>
          </a:xfrm>
          <a:prstGeom prst="rect">
            <a:avLst/>
          </a:prstGeom>
        </p:spPr>
      </p:pic>
      <p:sp>
        <p:nvSpPr>
          <p:cNvPr id="705271679" name=""/>
          <p:cNvSpPr/>
          <p:nvPr/>
        </p:nvSpPr>
        <p:spPr bwMode="auto">
          <a:xfrm>
            <a:off x="8583759" y="4905374"/>
            <a:ext cx="1685604" cy="2518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050" b="0" i="0" u="none">
                <a:solidFill>
                  <a:srgbClr val="6B6B6B"/>
                </a:solidFill>
                <a:latin typeface="Arial"/>
                <a:ea typeface="Arial"/>
                <a:cs typeface="Arial"/>
              </a:rPr>
              <a:t>Image of Class (Sunset)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894946" name="Title 1"/>
          <p:cNvSpPr>
            <a:spLocks noGrp="1"/>
          </p:cNvSpPr>
          <p:nvPr>
            <p:ph type="title"/>
          </p:nvPr>
        </p:nvSpPr>
        <p:spPr bwMode="auto">
          <a:xfrm>
            <a:off x="2676486" y="915706"/>
            <a:ext cx="6750076" cy="856126"/>
          </a:xfrm>
        </p:spPr>
        <p:txBody>
          <a:bodyPr/>
          <a:lstStyle/>
          <a:p>
            <a:pPr>
              <a:defRPr/>
            </a:pPr>
            <a:r>
              <a:rPr lang="en-GB" sz="33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FCN Models</a:t>
            </a:r>
            <a:endParaRPr/>
          </a:p>
        </p:txBody>
      </p:sp>
      <p:pic>
        <p:nvPicPr>
          <p:cNvPr id="151615003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809749" y="1604896"/>
            <a:ext cx="8572500" cy="4914900"/>
          </a:xfrm>
          <a:prstGeom prst="rect">
            <a:avLst/>
          </a:prstGeom>
        </p:spPr>
      </p:pic>
      <p:sp>
        <p:nvSpPr>
          <p:cNvPr id="1492152698" name=""/>
          <p:cNvSpPr txBox="1"/>
          <p:nvPr/>
        </p:nvSpPr>
        <p:spPr bwMode="auto">
          <a:xfrm rot="0" flipH="0" flipV="0">
            <a:off x="27059" y="5929672"/>
            <a:ext cx="2660004" cy="6404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PT"/>
              <a:t>2/12/2025</a:t>
            </a:r>
            <a:endParaRPr/>
          </a:p>
          <a:p>
            <a:pPr>
              <a:defRPr/>
            </a:pPr>
            <a:r>
              <a:rPr lang="pt-PT"/>
              <a:t>DEEC\FCT\UNL - TAPDI</a:t>
            </a:r>
            <a:endParaRPr lang="pt-P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698658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667992" y="851346"/>
            <a:ext cx="6750077" cy="78334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pt-PT" sz="33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DCED</a:t>
            </a:r>
            <a:r>
              <a:rPr lang="en-GB" sz="33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Models</a:t>
            </a:r>
            <a:endParaRPr/>
          </a:p>
        </p:txBody>
      </p:sp>
      <p:pic>
        <p:nvPicPr>
          <p:cNvPr id="144679338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667993" y="1690687"/>
            <a:ext cx="6856011" cy="4246090"/>
          </a:xfrm>
          <a:prstGeom prst="rect">
            <a:avLst/>
          </a:prstGeom>
        </p:spPr>
      </p:pic>
      <p:sp>
        <p:nvSpPr>
          <p:cNvPr id="1207028176" name=""/>
          <p:cNvSpPr txBox="1"/>
          <p:nvPr/>
        </p:nvSpPr>
        <p:spPr bwMode="auto">
          <a:xfrm rot="0" flipH="0" flipV="0">
            <a:off x="27059" y="5929672"/>
            <a:ext cx="2660004" cy="6404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PT"/>
              <a:t>2/12/2025</a:t>
            </a:r>
            <a:endParaRPr/>
          </a:p>
          <a:p>
            <a:pPr>
              <a:defRPr/>
            </a:pPr>
            <a:r>
              <a:rPr lang="pt-PT"/>
              <a:t>DEEC\FCT\UNL - TAPDI</a:t>
            </a:r>
            <a:endParaRPr lang="pt-P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612961" name="Title 1"/>
          <p:cNvSpPr>
            <a:spLocks noGrp="1"/>
          </p:cNvSpPr>
          <p:nvPr>
            <p:ph type="title"/>
          </p:nvPr>
        </p:nvSpPr>
        <p:spPr bwMode="auto">
          <a:xfrm>
            <a:off x="2676486" y="864219"/>
            <a:ext cx="6750076" cy="856126"/>
          </a:xfrm>
        </p:spPr>
        <p:txBody>
          <a:bodyPr/>
          <a:lstStyle/>
          <a:p>
            <a:pPr>
              <a:defRPr/>
            </a:pPr>
            <a:r>
              <a:rPr lang="en-GB" sz="33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GAN-Based Models</a:t>
            </a:r>
            <a:endParaRPr/>
          </a:p>
        </p:txBody>
      </p:sp>
      <p:pic>
        <p:nvPicPr>
          <p:cNvPr id="19053388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37626" y="2120290"/>
            <a:ext cx="9316747" cy="4240581"/>
          </a:xfrm>
          <a:prstGeom prst="rect">
            <a:avLst/>
          </a:prstGeom>
        </p:spPr>
      </p:pic>
      <p:sp>
        <p:nvSpPr>
          <p:cNvPr id="432700650" name=""/>
          <p:cNvSpPr txBox="1"/>
          <p:nvPr/>
        </p:nvSpPr>
        <p:spPr bwMode="auto">
          <a:xfrm rot="0" flipH="0" flipV="0">
            <a:off x="27059" y="5929672"/>
            <a:ext cx="2660004" cy="6404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PT"/>
              <a:t>2/12/2025</a:t>
            </a:r>
            <a:endParaRPr/>
          </a:p>
          <a:p>
            <a:pPr>
              <a:defRPr/>
            </a:pPr>
            <a:r>
              <a:rPr lang="pt-PT"/>
              <a:t>DEEC\FCT\UNL - TAPDI</a:t>
            </a:r>
            <a:endParaRPr lang="pt-P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1584317" name="Title 1"/>
          <p:cNvSpPr>
            <a:spLocks noGrp="1"/>
          </p:cNvSpPr>
          <p:nvPr>
            <p:ph type="title"/>
          </p:nvPr>
        </p:nvSpPr>
        <p:spPr bwMode="auto">
          <a:xfrm>
            <a:off x="2676485" y="864218"/>
            <a:ext cx="6750075" cy="856125"/>
          </a:xfrm>
        </p:spPr>
        <p:txBody>
          <a:bodyPr/>
          <a:lstStyle/>
          <a:p>
            <a:pPr>
              <a:defRPr/>
            </a:pPr>
            <a:r>
              <a:rPr lang="en-GB" sz="33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GAN-Based Models</a:t>
            </a:r>
            <a:endParaRPr/>
          </a:p>
        </p:txBody>
      </p:sp>
      <p:sp>
        <p:nvSpPr>
          <p:cNvPr id="1658760849" name=""/>
          <p:cNvSpPr txBox="1"/>
          <p:nvPr/>
        </p:nvSpPr>
        <p:spPr bwMode="auto">
          <a:xfrm rot="0" flipH="0" flipV="0">
            <a:off x="27058" y="5929671"/>
            <a:ext cx="2660004" cy="64043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PT"/>
              <a:t>2/12/2025</a:t>
            </a:r>
            <a:endParaRPr/>
          </a:p>
          <a:p>
            <a:pPr>
              <a:defRPr/>
            </a:pPr>
            <a:r>
              <a:rPr lang="pt-PT"/>
              <a:t>DEEC\FCT\UNL - TAPDI</a:t>
            </a:r>
            <a:endParaRPr lang="pt-PT"/>
          </a:p>
        </p:txBody>
      </p:sp>
      <p:pic>
        <p:nvPicPr>
          <p:cNvPr id="3991228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14588" y="1720344"/>
            <a:ext cx="7188698" cy="2950819"/>
          </a:xfrm>
          <a:prstGeom prst="rect">
            <a:avLst/>
          </a:prstGeom>
        </p:spPr>
      </p:pic>
      <p:pic>
        <p:nvPicPr>
          <p:cNvPr id="195611909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6448294" y="3793756"/>
            <a:ext cx="5739821" cy="27763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53728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Error </a:t>
            </a:r>
            <a:r>
              <a:rPr lang="pt-PT"/>
              <a:t>Measurement Methods</a:t>
            </a:r>
            <a:endParaRPr/>
          </a:p>
        </p:txBody>
      </p:sp>
      <p:pic>
        <p:nvPicPr>
          <p:cNvPr id="1906406636" name=""/>
          <p:cNvPicPr>
            <a:picLocks noChangeAspect="1"/>
          </p:cNvPicPr>
          <p:nvPr/>
        </p:nvPicPr>
        <p:blipFill>
          <a:blip r:embed="rId3"/>
          <a:srcRect l="0" t="0" r="17506" b="0"/>
          <a:stretch/>
        </p:blipFill>
        <p:spPr bwMode="auto">
          <a:xfrm flipH="0" flipV="0">
            <a:off x="276753" y="1421341"/>
            <a:ext cx="3402308" cy="4238624"/>
          </a:xfrm>
          <a:prstGeom prst="rect">
            <a:avLst/>
          </a:prstGeom>
        </p:spPr>
      </p:pic>
      <p:pic>
        <p:nvPicPr>
          <p:cNvPr id="813723766" name=""/>
          <p:cNvPicPr>
            <a:picLocks noChangeAspect="1"/>
          </p:cNvPicPr>
          <p:nvPr/>
        </p:nvPicPr>
        <p:blipFill>
          <a:blip r:embed="rId4"/>
          <a:srcRect l="0" t="0" r="10218" b="0"/>
          <a:stretch/>
        </p:blipFill>
        <p:spPr bwMode="auto">
          <a:xfrm flipH="0" flipV="0">
            <a:off x="3883553" y="1421341"/>
            <a:ext cx="3711341" cy="4200525"/>
          </a:xfrm>
          <a:prstGeom prst="rect">
            <a:avLst/>
          </a:prstGeom>
        </p:spPr>
      </p:pic>
      <p:pic>
        <p:nvPicPr>
          <p:cNvPr id="1138058331" name=""/>
          <p:cNvPicPr>
            <a:picLocks noChangeAspect="1"/>
          </p:cNvPicPr>
          <p:nvPr/>
        </p:nvPicPr>
        <p:blipFill>
          <a:blip r:embed="rId5"/>
          <a:srcRect l="0" t="0" r="2373" b="39545"/>
          <a:stretch/>
        </p:blipFill>
        <p:spPr bwMode="auto">
          <a:xfrm flipH="0" flipV="0">
            <a:off x="7594895" y="3048322"/>
            <a:ext cx="4463503" cy="984662"/>
          </a:xfrm>
          <a:prstGeom prst="rect">
            <a:avLst/>
          </a:prstGeom>
        </p:spPr>
      </p:pic>
      <p:pic>
        <p:nvPicPr>
          <p:cNvPr id="1368280299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1486719" y="2825505"/>
            <a:ext cx="847724" cy="958715"/>
          </a:xfrm>
          <a:prstGeom prst="rect">
            <a:avLst/>
          </a:prstGeom>
        </p:spPr>
      </p:pic>
      <p:pic>
        <p:nvPicPr>
          <p:cNvPr id="19884169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0309346" y="4087090"/>
            <a:ext cx="847724" cy="9587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648535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3515" y="20964"/>
            <a:ext cx="7732664" cy="3484764"/>
          </a:xfrm>
          <a:prstGeom prst="rect">
            <a:avLst/>
          </a:prstGeom>
        </p:spPr>
      </p:pic>
      <p:sp>
        <p:nvSpPr>
          <p:cNvPr id="95180006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838437" y="1362603"/>
            <a:ext cx="2486709" cy="1190624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/>
              <a:t>Results</a:t>
            </a:r>
            <a:endParaRPr/>
          </a:p>
        </p:txBody>
      </p:sp>
      <p:pic>
        <p:nvPicPr>
          <p:cNvPr id="36909315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034157" y="3429000"/>
            <a:ext cx="7150768" cy="34406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4653000" name="Title 1"/>
          <p:cNvSpPr>
            <a:spLocks noGrp="1"/>
          </p:cNvSpPr>
          <p:nvPr>
            <p:ph type="title"/>
          </p:nvPr>
        </p:nvSpPr>
        <p:spPr bwMode="auto">
          <a:xfrm>
            <a:off x="2676487" y="895327"/>
            <a:ext cx="6750077" cy="856127"/>
          </a:xfrm>
        </p:spPr>
        <p:txBody>
          <a:bodyPr/>
          <a:lstStyle/>
          <a:p>
            <a:pPr>
              <a:defRPr/>
            </a:pPr>
            <a:r>
              <a:rPr lang="pt-PT"/>
              <a:t>Results</a:t>
            </a:r>
            <a:endParaRPr/>
          </a:p>
        </p:txBody>
      </p:sp>
      <p:pic>
        <p:nvPicPr>
          <p:cNvPr id="84019870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98464" y="1579476"/>
            <a:ext cx="10906124" cy="49149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7826907" name="Title 1"/>
          <p:cNvSpPr>
            <a:spLocks noGrp="1"/>
          </p:cNvSpPr>
          <p:nvPr>
            <p:ph type="title"/>
          </p:nvPr>
        </p:nvSpPr>
        <p:spPr bwMode="auto">
          <a:xfrm>
            <a:off x="2720959" y="895327"/>
            <a:ext cx="6750077" cy="856127"/>
          </a:xfrm>
        </p:spPr>
        <p:txBody>
          <a:bodyPr/>
          <a:lstStyle/>
          <a:p>
            <a:pPr>
              <a:defRPr/>
            </a:pPr>
            <a:r>
              <a:rPr lang="pt-PT"/>
              <a:t>Results</a:t>
            </a:r>
            <a:endParaRPr/>
          </a:p>
        </p:txBody>
      </p:sp>
      <p:pic>
        <p:nvPicPr>
          <p:cNvPr id="3272027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17513" y="1506062"/>
            <a:ext cx="10868024" cy="522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asic">
  <a:themeElements>
    <a:clrScheme name="Color">
      <a:dk1>
        <a:srgbClr val="0F243E"/>
      </a:dk1>
      <a:lt1>
        <a:sysClr val="window" lastClr="FFFFFF"/>
      </a:lt1>
      <a:dk2>
        <a:srgbClr val="1F497D"/>
      </a:dk2>
      <a:lt2>
        <a:srgbClr val="EEECE1"/>
      </a:lt2>
      <a:accent1>
        <a:srgbClr val="0000FF"/>
      </a:accent1>
      <a:accent2>
        <a:srgbClr val="FE19FF"/>
      </a:accent2>
      <a:accent3>
        <a:srgbClr val="00B050"/>
      </a:accent3>
      <a:accent4>
        <a:srgbClr val="FF0000"/>
      </a:accent4>
      <a:accent5>
        <a:srgbClr val="4BACC6"/>
      </a:accent5>
      <a:accent6>
        <a:srgbClr val="FFFF00"/>
      </a:accent6>
      <a:hlink>
        <a:srgbClr val="548DD4"/>
      </a:hlink>
      <a:folHlink>
        <a:srgbClr val="FE19FF"/>
      </a:folHlink>
    </a:clrScheme>
    <a:fontScheme name="Classic">
      <a:majorFont>
        <a:latin typeface="Arial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Basic">
  <a:themeElements>
    <a:clrScheme name="Color">
      <a:dk1>
        <a:srgbClr val="0F243E"/>
      </a:dk1>
      <a:lt1>
        <a:sysClr val="window" lastClr="FFFFFF"/>
      </a:lt1>
      <a:dk2>
        <a:srgbClr val="1F497D"/>
      </a:dk2>
      <a:lt2>
        <a:srgbClr val="EEECE1"/>
      </a:lt2>
      <a:accent1>
        <a:srgbClr val="0000FF"/>
      </a:accent1>
      <a:accent2>
        <a:srgbClr val="FE19FF"/>
      </a:accent2>
      <a:accent3>
        <a:srgbClr val="00B050"/>
      </a:accent3>
      <a:accent4>
        <a:srgbClr val="FF0000"/>
      </a:accent4>
      <a:accent5>
        <a:srgbClr val="4BACC6"/>
      </a:accent5>
      <a:accent6>
        <a:srgbClr val="FFFF00"/>
      </a:accent6>
      <a:hlink>
        <a:srgbClr val="548DD4"/>
      </a:hlink>
      <a:folHlink>
        <a:srgbClr val="FE19FF"/>
      </a:folHlink>
    </a:clrScheme>
    <a:fontScheme name="Classic">
      <a:majorFont>
        <a:latin typeface="Arial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15</Slides>
  <Notes>15</Notes>
  <HiddenSlides>0</HiddenSlides>
  <MMClips>2</MMClips>
  <ScaleCrop>0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Theme 1</vt:lpstr>
      <vt:lpstr>Theme 2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11</cp:revision>
  <dcterms:modified xsi:type="dcterms:W3CDTF">2025-12-01T23:24:05Z</dcterms:modified>
</cp:coreProperties>
</file>